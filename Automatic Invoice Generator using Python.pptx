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75" r:id="rId12"/>
  </p:sldIdLst>
  <p:sldSz cx="9144000" cy="5143500" type="screen16x9"/>
  <p:notesSz cx="6858000" cy="9144000"/>
  <p:embeddedFontLst>
    <p:embeddedFont>
      <p:font typeface="Asap" panose="020B0604020202020204" charset="0"/>
      <p:regular r:id="rId14"/>
      <p:bold r:id="rId15"/>
      <p:italic r:id="rId16"/>
      <p:boldItalic r:id="rId17"/>
    </p:embeddedFont>
    <p:embeddedFont>
      <p:font typeface="Bebas Neue" panose="020B0606020202050201" pitchFamily="34" charset="0"/>
      <p:regular r:id="rId18"/>
    </p:embeddedFont>
    <p:embeddedFont>
      <p:font typeface="Nunito Light" pitchFamily="2" charset="0"/>
      <p:regular r:id="rId19"/>
      <p: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Syne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6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D0FC4-9C10-4387-90D7-275DFCE8304F}">
  <a:tblStyle styleId="{EE1D0FC4-9C10-4387-90D7-275DFCE830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36DBF4-CAF6-4BF7-BE7D-B251570117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5b5267103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5b5267103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5b22d75719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5b22d75719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25d80b41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25d80b41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817325" y="1297600"/>
            <a:ext cx="5313300" cy="16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817325" y="3086006"/>
            <a:ext cx="25497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674400" y="-2853400"/>
            <a:ext cx="4459203" cy="4665836"/>
            <a:chOff x="-674400" y="-2853400"/>
            <a:chExt cx="4459203" cy="4665836"/>
          </a:xfrm>
        </p:grpSpPr>
        <p:sp>
          <p:nvSpPr>
            <p:cNvPr id="12" name="Google Shape;12;p2"/>
            <p:cNvSpPr/>
            <p:nvPr/>
          </p:nvSpPr>
          <p:spPr>
            <a:xfrm>
              <a:off x="-674400" y="-2853400"/>
              <a:ext cx="4300847" cy="4665836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2699645">
              <a:off x="2674891" y="-1012245"/>
              <a:ext cx="358440" cy="2273920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 rot="-8100195">
            <a:off x="7166010" y="3660571"/>
            <a:ext cx="651971" cy="4135636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120113" y="534988"/>
            <a:ext cx="1269225" cy="740575"/>
            <a:chOff x="878675" y="4238213"/>
            <a:chExt cx="1269225" cy="740575"/>
          </a:xfrm>
        </p:grpSpPr>
        <p:sp>
          <p:nvSpPr>
            <p:cNvPr id="16" name="Google Shape;16;p2"/>
            <p:cNvSpPr/>
            <p:nvPr/>
          </p:nvSpPr>
          <p:spPr>
            <a:xfrm>
              <a:off x="878675" y="4238213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8675" y="4509063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8675" y="4779638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7257684" y="198047"/>
            <a:ext cx="660720" cy="201300"/>
            <a:chOff x="3004984" y="4544318"/>
            <a:chExt cx="660720" cy="201300"/>
          </a:xfrm>
        </p:grpSpPr>
        <p:sp>
          <p:nvSpPr>
            <p:cNvPr id="20" name="Google Shape;20;p2"/>
            <p:cNvSpPr/>
            <p:nvPr/>
          </p:nvSpPr>
          <p:spPr>
            <a:xfrm>
              <a:off x="3004984" y="4544318"/>
              <a:ext cx="201300" cy="201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32904" y="4544318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2577059" y="4744153"/>
            <a:ext cx="1088650" cy="201300"/>
            <a:chOff x="2577059" y="4745624"/>
            <a:chExt cx="1088650" cy="201300"/>
          </a:xfrm>
        </p:grpSpPr>
        <p:sp>
          <p:nvSpPr>
            <p:cNvPr id="23" name="Google Shape;23;p2"/>
            <p:cNvSpPr/>
            <p:nvPr/>
          </p:nvSpPr>
          <p:spPr>
            <a:xfrm>
              <a:off x="2577059" y="4745624"/>
              <a:ext cx="201300" cy="201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04984" y="4745624"/>
              <a:ext cx="201300" cy="20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432909" y="4745624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720000" y="1103050"/>
            <a:ext cx="7704000" cy="3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6744106" y="2623328"/>
            <a:ext cx="2848550" cy="4337371"/>
            <a:chOff x="6744106" y="2623328"/>
            <a:chExt cx="2848550" cy="4337371"/>
          </a:xfrm>
        </p:grpSpPr>
        <p:sp>
          <p:nvSpPr>
            <p:cNvPr id="39" name="Google Shape;39;p4"/>
            <p:cNvSpPr/>
            <p:nvPr/>
          </p:nvSpPr>
          <p:spPr>
            <a:xfrm rot="10800000">
              <a:off x="6744106" y="3994302"/>
              <a:ext cx="2734348" cy="2966397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rot="2700000">
              <a:off x="8700805" y="2573233"/>
              <a:ext cx="451589" cy="1432300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4"/>
          <p:cNvSpPr/>
          <p:nvPr/>
        </p:nvSpPr>
        <p:spPr>
          <a:xfrm rot="10800000">
            <a:off x="8260556" y="-1733573"/>
            <a:ext cx="2734348" cy="2966397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4"/>
          <p:cNvGrpSpPr/>
          <p:nvPr/>
        </p:nvGrpSpPr>
        <p:grpSpPr>
          <a:xfrm>
            <a:off x="-765775" y="319175"/>
            <a:ext cx="1269225" cy="1977499"/>
            <a:chOff x="-765775" y="319175"/>
            <a:chExt cx="1269225" cy="1977499"/>
          </a:xfrm>
        </p:grpSpPr>
        <p:grpSp>
          <p:nvGrpSpPr>
            <p:cNvPr id="43" name="Google Shape;43;p4"/>
            <p:cNvGrpSpPr/>
            <p:nvPr/>
          </p:nvGrpSpPr>
          <p:grpSpPr>
            <a:xfrm>
              <a:off x="-765775" y="319175"/>
              <a:ext cx="1269225" cy="740575"/>
              <a:chOff x="4805650" y="2718925"/>
              <a:chExt cx="1269225" cy="740575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 rot="5400000">
              <a:off x="54776" y="1881412"/>
              <a:ext cx="629225" cy="201300"/>
              <a:chOff x="2678325" y="4703600"/>
              <a:chExt cx="629225" cy="2013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2678325" y="4703600"/>
                <a:ext cx="201300" cy="201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3106250" y="4703600"/>
                <a:ext cx="201300" cy="201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1481263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4755138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1481263" y="2585250"/>
            <a:ext cx="29076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4755138" y="2585250"/>
            <a:ext cx="29076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5"/>
          <p:cNvGrpSpPr/>
          <p:nvPr/>
        </p:nvGrpSpPr>
        <p:grpSpPr>
          <a:xfrm rot="5400000">
            <a:off x="4285643" y="124788"/>
            <a:ext cx="572695" cy="9412228"/>
            <a:chOff x="6539500" y="1042525"/>
            <a:chExt cx="346500" cy="3551650"/>
          </a:xfrm>
        </p:grpSpPr>
        <p:sp>
          <p:nvSpPr>
            <p:cNvPr id="57" name="Google Shape;57;p5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 rot="5400000" flipH="1">
            <a:off x="-248139" y="226900"/>
            <a:ext cx="1269225" cy="740575"/>
            <a:chOff x="4805650" y="2718925"/>
            <a:chExt cx="1269225" cy="740575"/>
          </a:xfrm>
        </p:grpSpPr>
        <p:sp>
          <p:nvSpPr>
            <p:cNvPr id="61" name="Google Shape;61;p5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5"/>
          <p:cNvSpPr/>
          <p:nvPr/>
        </p:nvSpPr>
        <p:spPr>
          <a:xfrm flipH="1">
            <a:off x="8118431" y="-23942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 rot="10800000" flipH="1">
            <a:off x="8167801" y="3552837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 flipH="1">
            <a:off x="-990387" y="3278592"/>
            <a:ext cx="3304431" cy="2359299"/>
            <a:chOff x="6398434" y="3874100"/>
            <a:chExt cx="2343070" cy="1672905"/>
          </a:xfrm>
        </p:grpSpPr>
        <p:sp>
          <p:nvSpPr>
            <p:cNvPr id="67" name="Google Shape;67;p5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2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1"/>
          </p:nvPr>
        </p:nvSpPr>
        <p:spPr>
          <a:xfrm>
            <a:off x="720000" y="1395175"/>
            <a:ext cx="4229700" cy="13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>
            <a:spLocks noGrp="1"/>
          </p:cNvSpPr>
          <p:nvPr>
            <p:ph type="pic" idx="2"/>
          </p:nvPr>
        </p:nvSpPr>
        <p:spPr>
          <a:xfrm>
            <a:off x="5435301" y="535000"/>
            <a:ext cx="2993700" cy="407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6" name="Google Shape;86;p7"/>
          <p:cNvSpPr/>
          <p:nvPr/>
        </p:nvSpPr>
        <p:spPr>
          <a:xfrm rot="-8100000">
            <a:off x="16636" y="3373476"/>
            <a:ext cx="477242" cy="1513664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7"/>
          <p:cNvGrpSpPr/>
          <p:nvPr/>
        </p:nvGrpSpPr>
        <p:grpSpPr>
          <a:xfrm>
            <a:off x="4279356" y="4577170"/>
            <a:ext cx="1102576" cy="643338"/>
            <a:chOff x="4805650" y="2718925"/>
            <a:chExt cx="1269225" cy="740575"/>
          </a:xfrm>
        </p:grpSpPr>
        <p:sp>
          <p:nvSpPr>
            <p:cNvPr id="88" name="Google Shape;88;p7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93" name="Google Shape;93;p8"/>
          <p:cNvGrpSpPr/>
          <p:nvPr/>
        </p:nvGrpSpPr>
        <p:grpSpPr>
          <a:xfrm rot="-5400000">
            <a:off x="4309982" y="-4442520"/>
            <a:ext cx="572695" cy="9412228"/>
            <a:chOff x="6539500" y="1042525"/>
            <a:chExt cx="346500" cy="3551650"/>
          </a:xfrm>
        </p:grpSpPr>
        <p:sp>
          <p:nvSpPr>
            <p:cNvPr id="94" name="Google Shape;94;p8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8"/>
          <p:cNvSpPr/>
          <p:nvPr/>
        </p:nvSpPr>
        <p:spPr>
          <a:xfrm flipH="1">
            <a:off x="-2377380" y="-2122904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8"/>
          <p:cNvGrpSpPr/>
          <p:nvPr/>
        </p:nvGrpSpPr>
        <p:grpSpPr>
          <a:xfrm rot="10800000" flipH="1">
            <a:off x="6854276" y="-543396"/>
            <a:ext cx="3304431" cy="2359299"/>
            <a:chOff x="6398434" y="3874100"/>
            <a:chExt cx="2343070" cy="1672905"/>
          </a:xfrm>
        </p:grpSpPr>
        <p:sp>
          <p:nvSpPr>
            <p:cNvPr id="99" name="Google Shape;99;p8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8"/>
          <p:cNvGrpSpPr/>
          <p:nvPr/>
        </p:nvGrpSpPr>
        <p:grpSpPr>
          <a:xfrm rot="5400000" flipH="1">
            <a:off x="8214086" y="4184278"/>
            <a:ext cx="1269225" cy="740575"/>
            <a:chOff x="4805650" y="2718925"/>
            <a:chExt cx="1269225" cy="740575"/>
          </a:xfrm>
        </p:grpSpPr>
        <p:sp>
          <p:nvSpPr>
            <p:cNvPr id="102" name="Google Shape;102;p8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2976700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subTitle" idx="1"/>
          </p:nvPr>
        </p:nvSpPr>
        <p:spPr>
          <a:xfrm>
            <a:off x="2976750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/>
          <p:nvPr/>
        </p:nvSpPr>
        <p:spPr>
          <a:xfrm rot="-2700075" flipH="1">
            <a:off x="-157868" y="3504270"/>
            <a:ext cx="846457" cy="2684699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9"/>
          <p:cNvGrpSpPr/>
          <p:nvPr/>
        </p:nvGrpSpPr>
        <p:grpSpPr>
          <a:xfrm flipH="1">
            <a:off x="105210" y="-377847"/>
            <a:ext cx="613790" cy="6291393"/>
            <a:chOff x="6539500" y="1042525"/>
            <a:chExt cx="346500" cy="3551650"/>
          </a:xfrm>
        </p:grpSpPr>
        <p:sp>
          <p:nvSpPr>
            <p:cNvPr id="110" name="Google Shape;110;p9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9"/>
          <p:cNvSpPr/>
          <p:nvPr/>
        </p:nvSpPr>
        <p:spPr>
          <a:xfrm flipH="1">
            <a:off x="-553245" y="-177507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" name="Google Shape;114;p9"/>
          <p:cNvGrpSpPr/>
          <p:nvPr/>
        </p:nvGrpSpPr>
        <p:grpSpPr>
          <a:xfrm>
            <a:off x="7484250" y="4608499"/>
            <a:ext cx="1088650" cy="201300"/>
            <a:chOff x="2678325" y="4703600"/>
            <a:chExt cx="1088650" cy="201300"/>
          </a:xfrm>
        </p:grpSpPr>
        <p:sp>
          <p:nvSpPr>
            <p:cNvPr id="115" name="Google Shape;115;p9"/>
            <p:cNvSpPr/>
            <p:nvPr/>
          </p:nvSpPr>
          <p:spPr>
            <a:xfrm>
              <a:off x="2678325" y="4703600"/>
              <a:ext cx="201300" cy="201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9"/>
            <p:cNvSpPr/>
            <p:nvPr/>
          </p:nvSpPr>
          <p:spPr>
            <a:xfrm>
              <a:off x="3106250" y="4703600"/>
              <a:ext cx="201300" cy="20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9"/>
            <p:cNvSpPr/>
            <p:nvPr/>
          </p:nvSpPr>
          <p:spPr>
            <a:xfrm>
              <a:off x="3534175" y="4703600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>
            <a:spLocks noGrp="1"/>
          </p:cNvSpPr>
          <p:nvPr>
            <p:ph type="title"/>
          </p:nvPr>
        </p:nvSpPr>
        <p:spPr>
          <a:xfrm>
            <a:off x="720000" y="3984750"/>
            <a:ext cx="7704000" cy="623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 hasCustomPrompt="1"/>
          </p:nvPr>
        </p:nvSpPr>
        <p:spPr>
          <a:xfrm>
            <a:off x="2154450" y="1222250"/>
            <a:ext cx="4835100" cy="12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1"/>
          </p:nvPr>
        </p:nvSpPr>
        <p:spPr>
          <a:xfrm>
            <a:off x="2154450" y="2437874"/>
            <a:ext cx="4835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23" name="Google Shape;123;p11"/>
          <p:cNvGrpSpPr/>
          <p:nvPr/>
        </p:nvGrpSpPr>
        <p:grpSpPr>
          <a:xfrm rot="10800000">
            <a:off x="-733382" y="-2901533"/>
            <a:ext cx="5560019" cy="5936569"/>
            <a:chOff x="4513316" y="1996714"/>
            <a:chExt cx="5560019" cy="5936569"/>
          </a:xfrm>
        </p:grpSpPr>
        <p:sp>
          <p:nvSpPr>
            <p:cNvPr id="124" name="Google Shape;124;p11"/>
            <p:cNvSpPr/>
            <p:nvPr/>
          </p:nvSpPr>
          <p:spPr>
            <a:xfrm rot="10800000">
              <a:off x="4513316" y="4342826"/>
              <a:ext cx="3309591" cy="3590458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2700000">
              <a:off x="8909630" y="1931350"/>
              <a:ext cx="589243" cy="1868896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11"/>
          <p:cNvSpPr/>
          <p:nvPr/>
        </p:nvSpPr>
        <p:spPr>
          <a:xfrm>
            <a:off x="-50" y="4476100"/>
            <a:ext cx="9144000" cy="6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11"/>
          <p:cNvGrpSpPr/>
          <p:nvPr/>
        </p:nvGrpSpPr>
        <p:grpSpPr>
          <a:xfrm>
            <a:off x="8322044" y="207350"/>
            <a:ext cx="1269225" cy="740575"/>
            <a:chOff x="4805650" y="2718925"/>
            <a:chExt cx="1269225" cy="740575"/>
          </a:xfrm>
        </p:grpSpPr>
        <p:sp>
          <p:nvSpPr>
            <p:cNvPr id="129" name="Google Shape;129;p11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1623175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3" hasCustomPrompt="1"/>
          </p:nvPr>
        </p:nvSpPr>
        <p:spPr>
          <a:xfrm>
            <a:off x="948600" y="2500326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4" hasCustomPrompt="1"/>
          </p:nvPr>
        </p:nvSpPr>
        <p:spPr>
          <a:xfrm>
            <a:off x="4509973" y="1623175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5" hasCustomPrompt="1"/>
          </p:nvPr>
        </p:nvSpPr>
        <p:spPr>
          <a:xfrm>
            <a:off x="4509973" y="2500324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6" hasCustomPrompt="1"/>
          </p:nvPr>
        </p:nvSpPr>
        <p:spPr>
          <a:xfrm>
            <a:off x="4509973" y="3377478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7" hasCustomPrompt="1"/>
          </p:nvPr>
        </p:nvSpPr>
        <p:spPr>
          <a:xfrm>
            <a:off x="948600" y="3377478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1606925" y="162317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8"/>
          </p:nvPr>
        </p:nvSpPr>
        <p:spPr>
          <a:xfrm>
            <a:off x="5168503" y="162317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9"/>
          </p:nvPr>
        </p:nvSpPr>
        <p:spPr>
          <a:xfrm>
            <a:off x="5168475" y="3377476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3"/>
          </p:nvPr>
        </p:nvSpPr>
        <p:spPr>
          <a:xfrm>
            <a:off x="1606925" y="2500323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4"/>
          </p:nvPr>
        </p:nvSpPr>
        <p:spPr>
          <a:xfrm>
            <a:off x="5168503" y="250032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subTitle" idx="15"/>
          </p:nvPr>
        </p:nvSpPr>
        <p:spPr>
          <a:xfrm>
            <a:off x="1606925" y="3377476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13"/>
          <p:cNvSpPr/>
          <p:nvPr/>
        </p:nvSpPr>
        <p:spPr>
          <a:xfrm rot="2700075">
            <a:off x="8329316" y="3504270"/>
            <a:ext cx="846457" cy="2684699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3"/>
          <p:cNvGrpSpPr/>
          <p:nvPr/>
        </p:nvGrpSpPr>
        <p:grpSpPr>
          <a:xfrm>
            <a:off x="-76439" y="4569403"/>
            <a:ext cx="2421237" cy="706360"/>
            <a:chOff x="-76439" y="4569403"/>
            <a:chExt cx="2421237" cy="706360"/>
          </a:xfrm>
        </p:grpSpPr>
        <p:grpSp>
          <p:nvGrpSpPr>
            <p:cNvPr id="149" name="Google Shape;149;p13"/>
            <p:cNvGrpSpPr/>
            <p:nvPr/>
          </p:nvGrpSpPr>
          <p:grpSpPr>
            <a:xfrm>
              <a:off x="-76439" y="4569403"/>
              <a:ext cx="1210587" cy="706360"/>
              <a:chOff x="4805650" y="2718925"/>
              <a:chExt cx="1269225" cy="740575"/>
            </a:xfrm>
          </p:grpSpPr>
          <p:sp>
            <p:nvSpPr>
              <p:cNvPr id="150" name="Google Shape;150;p13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13"/>
            <p:cNvGrpSpPr/>
            <p:nvPr/>
          </p:nvGrpSpPr>
          <p:grpSpPr>
            <a:xfrm>
              <a:off x="1134211" y="4569403"/>
              <a:ext cx="1210587" cy="706360"/>
              <a:chOff x="4805650" y="2718925"/>
              <a:chExt cx="1269225" cy="740575"/>
            </a:xfrm>
          </p:grpSpPr>
          <p:sp>
            <p:nvSpPr>
              <p:cNvPr id="154" name="Google Shape;154;p13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7" name="Google Shape;157;p13"/>
          <p:cNvSpPr/>
          <p:nvPr/>
        </p:nvSpPr>
        <p:spPr>
          <a:xfrm>
            <a:off x="7286625" y="-177507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" name="Google Shape;158;p13"/>
          <p:cNvGrpSpPr/>
          <p:nvPr/>
        </p:nvGrpSpPr>
        <p:grpSpPr>
          <a:xfrm>
            <a:off x="8298905" y="-377847"/>
            <a:ext cx="613790" cy="6291393"/>
            <a:chOff x="6539500" y="1042525"/>
            <a:chExt cx="346500" cy="3551650"/>
          </a:xfrm>
        </p:grpSpPr>
        <p:sp>
          <p:nvSpPr>
            <p:cNvPr id="159" name="Google Shape;159;p13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8565263" y="-377847"/>
            <a:ext cx="613790" cy="6291393"/>
            <a:chOff x="6539500" y="1042525"/>
            <a:chExt cx="346500" cy="3551650"/>
          </a:xfrm>
        </p:grpSpPr>
        <p:sp>
          <p:nvSpPr>
            <p:cNvPr id="175" name="Google Shape;175;p15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Google Shape;178;p15"/>
          <p:cNvGrpSpPr/>
          <p:nvPr/>
        </p:nvGrpSpPr>
        <p:grpSpPr>
          <a:xfrm>
            <a:off x="4947141" y="2669092"/>
            <a:ext cx="4706206" cy="4945858"/>
            <a:chOff x="4947141" y="2516692"/>
            <a:chExt cx="4706206" cy="4945858"/>
          </a:xfrm>
        </p:grpSpPr>
        <p:sp>
          <p:nvSpPr>
            <p:cNvPr id="179" name="Google Shape;179;p15"/>
            <p:cNvSpPr/>
            <p:nvPr/>
          </p:nvSpPr>
          <p:spPr>
            <a:xfrm rot="10800000">
              <a:off x="4947141" y="4342740"/>
              <a:ext cx="2875760" cy="311981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 rot="2700000">
              <a:off x="8792376" y="2468331"/>
              <a:ext cx="435953" cy="1382709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1"/>
          </p:nvPr>
        </p:nvSpPr>
        <p:spPr>
          <a:xfrm>
            <a:off x="791375" y="1767272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2"/>
          </p:nvPr>
        </p:nvSpPr>
        <p:spPr>
          <a:xfrm>
            <a:off x="79137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3"/>
          </p:nvPr>
        </p:nvSpPr>
        <p:spPr>
          <a:xfrm>
            <a:off x="3423900" y="31655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4"/>
          </p:nvPr>
        </p:nvSpPr>
        <p:spPr>
          <a:xfrm>
            <a:off x="605642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5"/>
          </p:nvPr>
        </p:nvSpPr>
        <p:spPr>
          <a:xfrm>
            <a:off x="3423900" y="2421098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6"/>
          </p:nvPr>
        </p:nvSpPr>
        <p:spPr>
          <a:xfrm>
            <a:off x="6056425" y="1767272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05" name="Google Shape;205;p17"/>
          <p:cNvGrpSpPr/>
          <p:nvPr/>
        </p:nvGrpSpPr>
        <p:grpSpPr>
          <a:xfrm>
            <a:off x="4513316" y="2516692"/>
            <a:ext cx="5140031" cy="5416592"/>
            <a:chOff x="4513316" y="2516692"/>
            <a:chExt cx="5140031" cy="5416592"/>
          </a:xfrm>
        </p:grpSpPr>
        <p:sp>
          <p:nvSpPr>
            <p:cNvPr id="206" name="Google Shape;206;p17"/>
            <p:cNvSpPr/>
            <p:nvPr/>
          </p:nvSpPr>
          <p:spPr>
            <a:xfrm rot="10800000">
              <a:off x="4513316" y="4342826"/>
              <a:ext cx="3309591" cy="3590458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 rot="2700000">
              <a:off x="8792376" y="2468331"/>
              <a:ext cx="435953" cy="1382709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-382556" y="4002025"/>
            <a:ext cx="1269225" cy="740575"/>
            <a:chOff x="4805650" y="2718925"/>
            <a:chExt cx="1269225" cy="740575"/>
          </a:xfrm>
        </p:grpSpPr>
        <p:sp>
          <p:nvSpPr>
            <p:cNvPr id="210" name="Google Shape;210;p17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1"/>
          </p:nvPr>
        </p:nvSpPr>
        <p:spPr>
          <a:xfrm>
            <a:off x="1620250" y="1306475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2"/>
          </p:nvPr>
        </p:nvSpPr>
        <p:spPr>
          <a:xfrm>
            <a:off x="1620251" y="1756175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3"/>
          </p:nvPr>
        </p:nvSpPr>
        <p:spPr>
          <a:xfrm>
            <a:off x="5504890" y="1756175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4"/>
          </p:nvPr>
        </p:nvSpPr>
        <p:spPr>
          <a:xfrm>
            <a:off x="1620251" y="3352100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5"/>
          </p:nvPr>
        </p:nvSpPr>
        <p:spPr>
          <a:xfrm>
            <a:off x="5504890" y="3352100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6"/>
          </p:nvPr>
        </p:nvSpPr>
        <p:spPr>
          <a:xfrm>
            <a:off x="1620250" y="2902400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7"/>
          </p:nvPr>
        </p:nvSpPr>
        <p:spPr>
          <a:xfrm>
            <a:off x="5504888" y="1306475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8"/>
          </p:nvPr>
        </p:nvSpPr>
        <p:spPr>
          <a:xfrm>
            <a:off x="5504888" y="2902400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23" name="Google Shape;223;p18"/>
          <p:cNvGrpSpPr/>
          <p:nvPr/>
        </p:nvGrpSpPr>
        <p:grpSpPr>
          <a:xfrm flipH="1">
            <a:off x="-621321" y="2623328"/>
            <a:ext cx="2848550" cy="4337371"/>
            <a:chOff x="6744106" y="2623328"/>
            <a:chExt cx="2848550" cy="4337371"/>
          </a:xfrm>
        </p:grpSpPr>
        <p:sp>
          <p:nvSpPr>
            <p:cNvPr id="224" name="Google Shape;224;p18"/>
            <p:cNvSpPr/>
            <p:nvPr/>
          </p:nvSpPr>
          <p:spPr>
            <a:xfrm rot="10800000">
              <a:off x="6744106" y="3994302"/>
              <a:ext cx="2734348" cy="2966397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 rot="2700000">
              <a:off x="8700805" y="2573233"/>
              <a:ext cx="451589" cy="1432300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8509425" y="361088"/>
            <a:ext cx="1269225" cy="740575"/>
            <a:chOff x="4805650" y="2718925"/>
            <a:chExt cx="1269225" cy="740575"/>
          </a:xfrm>
        </p:grpSpPr>
        <p:sp>
          <p:nvSpPr>
            <p:cNvPr id="227" name="Google Shape;227;p18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18"/>
          <p:cNvSpPr/>
          <p:nvPr/>
        </p:nvSpPr>
        <p:spPr>
          <a:xfrm rot="10800000" flipH="1">
            <a:off x="-2023569" y="-1733573"/>
            <a:ext cx="2734348" cy="2966397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subTitle" idx="1"/>
          </p:nvPr>
        </p:nvSpPr>
        <p:spPr>
          <a:xfrm>
            <a:off x="1033118" y="2040119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subTitle" idx="2"/>
          </p:nvPr>
        </p:nvSpPr>
        <p:spPr>
          <a:xfrm>
            <a:off x="3442200" y="2040119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3"/>
          </p:nvPr>
        </p:nvSpPr>
        <p:spPr>
          <a:xfrm>
            <a:off x="5853532" y="2040119"/>
            <a:ext cx="225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subTitle" idx="4"/>
          </p:nvPr>
        </p:nvSpPr>
        <p:spPr>
          <a:xfrm>
            <a:off x="1033118" y="3665025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9"/>
          <p:cNvSpPr txBox="1">
            <a:spLocks noGrp="1"/>
          </p:cNvSpPr>
          <p:nvPr>
            <p:ph type="subTitle" idx="5"/>
          </p:nvPr>
        </p:nvSpPr>
        <p:spPr>
          <a:xfrm>
            <a:off x="3442200" y="3665025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9"/>
          <p:cNvSpPr txBox="1">
            <a:spLocks noGrp="1"/>
          </p:cNvSpPr>
          <p:nvPr>
            <p:ph type="subTitle" idx="6"/>
          </p:nvPr>
        </p:nvSpPr>
        <p:spPr>
          <a:xfrm>
            <a:off x="5853532" y="3665025"/>
            <a:ext cx="225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9"/>
          <p:cNvSpPr txBox="1">
            <a:spLocks noGrp="1"/>
          </p:cNvSpPr>
          <p:nvPr>
            <p:ph type="subTitle" idx="7"/>
          </p:nvPr>
        </p:nvSpPr>
        <p:spPr>
          <a:xfrm>
            <a:off x="1033118" y="1314850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subTitle" idx="8"/>
          </p:nvPr>
        </p:nvSpPr>
        <p:spPr>
          <a:xfrm>
            <a:off x="3442200" y="1314850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subTitle" idx="9"/>
          </p:nvPr>
        </p:nvSpPr>
        <p:spPr>
          <a:xfrm>
            <a:off x="5853532" y="1314850"/>
            <a:ext cx="22551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2" name="Google Shape;242;p19"/>
          <p:cNvSpPr txBox="1">
            <a:spLocks noGrp="1"/>
          </p:cNvSpPr>
          <p:nvPr>
            <p:ph type="subTitle" idx="13"/>
          </p:nvPr>
        </p:nvSpPr>
        <p:spPr>
          <a:xfrm>
            <a:off x="1033118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3" name="Google Shape;243;p19"/>
          <p:cNvSpPr txBox="1">
            <a:spLocks noGrp="1"/>
          </p:cNvSpPr>
          <p:nvPr>
            <p:ph type="subTitle" idx="14"/>
          </p:nvPr>
        </p:nvSpPr>
        <p:spPr>
          <a:xfrm>
            <a:off x="3442200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4" name="Google Shape;244;p19"/>
          <p:cNvSpPr txBox="1">
            <a:spLocks noGrp="1"/>
          </p:cNvSpPr>
          <p:nvPr>
            <p:ph type="subTitle" idx="15"/>
          </p:nvPr>
        </p:nvSpPr>
        <p:spPr>
          <a:xfrm>
            <a:off x="5851282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45" name="Google Shape;245;p19"/>
          <p:cNvGrpSpPr/>
          <p:nvPr/>
        </p:nvGrpSpPr>
        <p:grpSpPr>
          <a:xfrm>
            <a:off x="6608975" y="2335023"/>
            <a:ext cx="3459330" cy="4341052"/>
            <a:chOff x="6608975" y="2335023"/>
            <a:chExt cx="3459330" cy="4341052"/>
          </a:xfrm>
        </p:grpSpPr>
        <p:grpSp>
          <p:nvGrpSpPr>
            <p:cNvPr id="246" name="Google Shape;246;p19"/>
            <p:cNvGrpSpPr/>
            <p:nvPr/>
          </p:nvGrpSpPr>
          <p:grpSpPr>
            <a:xfrm>
              <a:off x="6608975" y="4682350"/>
              <a:ext cx="1269225" cy="740575"/>
              <a:chOff x="4805650" y="2718925"/>
              <a:chExt cx="1269225" cy="740575"/>
            </a:xfrm>
          </p:grpSpPr>
          <p:sp>
            <p:nvSpPr>
              <p:cNvPr id="247" name="Google Shape;247;p19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" name="Google Shape;250;p19"/>
            <p:cNvSpPr/>
            <p:nvPr/>
          </p:nvSpPr>
          <p:spPr>
            <a:xfrm rot="10800000">
              <a:off x="6998548" y="4197675"/>
              <a:ext cx="2284525" cy="247840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 rot="2700000">
              <a:off x="8987311" y="2189227"/>
              <a:ext cx="427045" cy="2026535"/>
            </a:xfrm>
            <a:custGeom>
              <a:avLst/>
              <a:gdLst/>
              <a:ahLst/>
              <a:cxnLst/>
              <a:rect l="l" t="t" r="r" b="b"/>
              <a:pathLst>
                <a:path w="10455" h="49614" extrusionOk="0">
                  <a:moveTo>
                    <a:pt x="1" y="0"/>
                  </a:moveTo>
                  <a:lnTo>
                    <a:pt x="1" y="44386"/>
                  </a:lnTo>
                  <a:cubicBezTo>
                    <a:pt x="1" y="47280"/>
                    <a:pt x="2346" y="49613"/>
                    <a:pt x="5228" y="49613"/>
                  </a:cubicBezTo>
                  <a:cubicBezTo>
                    <a:pt x="8121" y="49613"/>
                    <a:pt x="10454" y="47268"/>
                    <a:pt x="10454" y="44386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19"/>
          <p:cNvGrpSpPr/>
          <p:nvPr/>
        </p:nvGrpSpPr>
        <p:grpSpPr>
          <a:xfrm>
            <a:off x="-1252100" y="-373650"/>
            <a:ext cx="2284525" cy="5517374"/>
            <a:chOff x="-1252100" y="-373650"/>
            <a:chExt cx="2284525" cy="5517374"/>
          </a:xfrm>
        </p:grpSpPr>
        <p:grpSp>
          <p:nvGrpSpPr>
            <p:cNvPr id="253" name="Google Shape;253;p19"/>
            <p:cNvGrpSpPr/>
            <p:nvPr/>
          </p:nvGrpSpPr>
          <p:grpSpPr>
            <a:xfrm>
              <a:off x="-73465" y="-58733"/>
              <a:ext cx="507553" cy="5202457"/>
              <a:chOff x="6539500" y="1042525"/>
              <a:chExt cx="346500" cy="3551650"/>
            </a:xfrm>
          </p:grpSpPr>
          <p:sp>
            <p:nvSpPr>
              <p:cNvPr id="254" name="Google Shape;254;p19"/>
              <p:cNvSpPr/>
              <p:nvPr/>
            </p:nvSpPr>
            <p:spPr>
              <a:xfrm>
                <a:off x="6539500" y="1042525"/>
                <a:ext cx="670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79" y="142065"/>
                    </a:lnTo>
                    <a:lnTo>
                      <a:pt x="26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6679400" y="1042525"/>
                <a:ext cx="667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67" y="142065"/>
                    </a:lnTo>
                    <a:lnTo>
                      <a:pt x="26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6819000" y="1042525"/>
                <a:ext cx="670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79" y="142065"/>
                    </a:lnTo>
                    <a:lnTo>
                      <a:pt x="26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" name="Google Shape;257;p19"/>
            <p:cNvSpPr/>
            <p:nvPr/>
          </p:nvSpPr>
          <p:spPr>
            <a:xfrm>
              <a:off x="-1252100" y="-373650"/>
              <a:ext cx="2284525" cy="247840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 txBox="1">
            <a:spLocks noGrp="1"/>
          </p:cNvSpPr>
          <p:nvPr>
            <p:ph type="ctrTitle"/>
          </p:nvPr>
        </p:nvSpPr>
        <p:spPr>
          <a:xfrm>
            <a:off x="1115250" y="535000"/>
            <a:ext cx="44730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ubTitle" idx="1"/>
          </p:nvPr>
        </p:nvSpPr>
        <p:spPr>
          <a:xfrm>
            <a:off x="1115350" y="1700400"/>
            <a:ext cx="44730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1115350" y="3663575"/>
            <a:ext cx="43794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2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and includes icons by </a:t>
            </a:r>
            <a:r>
              <a:rPr lang="en" sz="10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e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282" name="Google Shape;282;p21"/>
          <p:cNvGrpSpPr/>
          <p:nvPr/>
        </p:nvGrpSpPr>
        <p:grpSpPr>
          <a:xfrm>
            <a:off x="8395487" y="-126199"/>
            <a:ext cx="545183" cy="5588521"/>
            <a:chOff x="6539500" y="1042525"/>
            <a:chExt cx="346500" cy="3551650"/>
          </a:xfrm>
        </p:grpSpPr>
        <p:sp>
          <p:nvSpPr>
            <p:cNvPr id="283" name="Google Shape;283;p21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21"/>
          <p:cNvGrpSpPr/>
          <p:nvPr/>
        </p:nvGrpSpPr>
        <p:grpSpPr>
          <a:xfrm>
            <a:off x="6310475" y="4492143"/>
            <a:ext cx="1269225" cy="740575"/>
            <a:chOff x="4805650" y="2718925"/>
            <a:chExt cx="1269225" cy="740575"/>
          </a:xfrm>
        </p:grpSpPr>
        <p:sp>
          <p:nvSpPr>
            <p:cNvPr id="287" name="Google Shape;287;p21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21"/>
          <p:cNvGrpSpPr/>
          <p:nvPr/>
        </p:nvGrpSpPr>
        <p:grpSpPr>
          <a:xfrm>
            <a:off x="-247634" y="-126199"/>
            <a:ext cx="545183" cy="5588521"/>
            <a:chOff x="6539500" y="1042525"/>
            <a:chExt cx="346500" cy="3551650"/>
          </a:xfrm>
        </p:grpSpPr>
        <p:sp>
          <p:nvSpPr>
            <p:cNvPr id="291" name="Google Shape;291;p21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21"/>
          <p:cNvGrpSpPr/>
          <p:nvPr/>
        </p:nvGrpSpPr>
        <p:grpSpPr>
          <a:xfrm>
            <a:off x="6377590" y="-666721"/>
            <a:ext cx="2609428" cy="1655723"/>
            <a:chOff x="6404568" y="-666694"/>
            <a:chExt cx="2414125" cy="1531800"/>
          </a:xfrm>
        </p:grpSpPr>
        <p:sp>
          <p:nvSpPr>
            <p:cNvPr id="295" name="Google Shape;295;p21"/>
            <p:cNvSpPr/>
            <p:nvPr/>
          </p:nvSpPr>
          <p:spPr>
            <a:xfrm rot="-2700000">
              <a:off x="7966410" y="-455779"/>
              <a:ext cx="431555" cy="1368757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sp>
          <p:nvSpPr>
            <p:cNvPr id="296" name="Google Shape;296;p21"/>
            <p:cNvSpPr/>
            <p:nvPr/>
          </p:nvSpPr>
          <p:spPr>
            <a:xfrm rot="-2700000">
              <a:off x="6825297" y="-714567"/>
              <a:ext cx="431555" cy="1368757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2"/>
          <p:cNvGrpSpPr/>
          <p:nvPr/>
        </p:nvGrpSpPr>
        <p:grpSpPr>
          <a:xfrm rot="-5400000">
            <a:off x="4309982" y="-4442520"/>
            <a:ext cx="572695" cy="9412228"/>
            <a:chOff x="6539500" y="1042525"/>
            <a:chExt cx="346500" cy="3551650"/>
          </a:xfrm>
        </p:grpSpPr>
        <p:sp>
          <p:nvSpPr>
            <p:cNvPr id="299" name="Google Shape;299;p22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2" name="Google Shape;302;p22"/>
          <p:cNvSpPr/>
          <p:nvPr/>
        </p:nvSpPr>
        <p:spPr>
          <a:xfrm flipH="1">
            <a:off x="-2377380" y="-2122904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22"/>
          <p:cNvGrpSpPr/>
          <p:nvPr/>
        </p:nvGrpSpPr>
        <p:grpSpPr>
          <a:xfrm rot="10800000" flipH="1">
            <a:off x="6854276" y="-543396"/>
            <a:ext cx="3304431" cy="2359299"/>
            <a:chOff x="6398434" y="3874100"/>
            <a:chExt cx="2343070" cy="1672905"/>
          </a:xfrm>
        </p:grpSpPr>
        <p:sp>
          <p:nvSpPr>
            <p:cNvPr id="304" name="Google Shape;304;p22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22"/>
          <p:cNvGrpSpPr/>
          <p:nvPr/>
        </p:nvGrpSpPr>
        <p:grpSpPr>
          <a:xfrm rot="-5400000">
            <a:off x="4309982" y="188730"/>
            <a:ext cx="572695" cy="9412228"/>
            <a:chOff x="6539500" y="1042525"/>
            <a:chExt cx="346500" cy="3551650"/>
          </a:xfrm>
        </p:grpSpPr>
        <p:sp>
          <p:nvSpPr>
            <p:cNvPr id="307" name="Google Shape;307;p22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3"/>
          <p:cNvGrpSpPr/>
          <p:nvPr/>
        </p:nvGrpSpPr>
        <p:grpSpPr>
          <a:xfrm flipH="1">
            <a:off x="-31260" y="4593467"/>
            <a:ext cx="2421237" cy="706360"/>
            <a:chOff x="-76439" y="4569403"/>
            <a:chExt cx="2421237" cy="706360"/>
          </a:xfrm>
        </p:grpSpPr>
        <p:grpSp>
          <p:nvGrpSpPr>
            <p:cNvPr id="312" name="Google Shape;312;p23"/>
            <p:cNvGrpSpPr/>
            <p:nvPr/>
          </p:nvGrpSpPr>
          <p:grpSpPr>
            <a:xfrm>
              <a:off x="-76439" y="4569403"/>
              <a:ext cx="1210587" cy="706360"/>
              <a:chOff x="4805650" y="2718925"/>
              <a:chExt cx="1269225" cy="740575"/>
            </a:xfrm>
          </p:grpSpPr>
          <p:sp>
            <p:nvSpPr>
              <p:cNvPr id="313" name="Google Shape;313;p23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3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3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6" name="Google Shape;316;p23"/>
            <p:cNvGrpSpPr/>
            <p:nvPr/>
          </p:nvGrpSpPr>
          <p:grpSpPr>
            <a:xfrm>
              <a:off x="1134211" y="4569403"/>
              <a:ext cx="1210587" cy="706360"/>
              <a:chOff x="4805650" y="2718925"/>
              <a:chExt cx="1269225" cy="740575"/>
            </a:xfrm>
          </p:grpSpPr>
          <p:sp>
            <p:nvSpPr>
              <p:cNvPr id="317" name="Google Shape;317;p23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3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0" name="Google Shape;320;p23"/>
          <p:cNvSpPr/>
          <p:nvPr/>
        </p:nvSpPr>
        <p:spPr>
          <a:xfrm>
            <a:off x="-1151193" y="-23942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23"/>
          <p:cNvGrpSpPr/>
          <p:nvPr/>
        </p:nvGrpSpPr>
        <p:grpSpPr>
          <a:xfrm>
            <a:off x="6785319" y="3491150"/>
            <a:ext cx="3304431" cy="2359299"/>
            <a:chOff x="6398434" y="3874100"/>
            <a:chExt cx="2343070" cy="1672905"/>
          </a:xfrm>
        </p:grpSpPr>
        <p:sp>
          <p:nvSpPr>
            <p:cNvPr id="322" name="Google Shape;322;p23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3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3" r:id="rId12"/>
    <p:sldLayoutId id="2147483664" r:id="rId13"/>
    <p:sldLayoutId id="2147483665" r:id="rId14"/>
    <p:sldLayoutId id="2147483667" r:id="rId15"/>
    <p:sldLayoutId id="2147483668" r:id="rId16"/>
    <p:sldLayoutId id="2147483669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invoice_INV-0002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Hirishi24/Automatic-Invoice-Generator/blob/main/gui_product_entry.py" TargetMode="External"/><Relationship Id="rId4" Type="http://schemas.openxmlformats.org/officeDocument/2006/relationships/image" Target="../media/image2.tm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2803173" y="1939834"/>
            <a:ext cx="5073729" cy="14238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Automatic Invoice </a:t>
            </a:r>
            <a:r>
              <a:rPr lang="en-US" dirty="0">
                <a:solidFill>
                  <a:schemeClr val="tx2"/>
                </a:solidFill>
              </a:rPr>
              <a:t>Generator</a:t>
            </a:r>
            <a:r>
              <a:rPr lang="en-US" dirty="0"/>
              <a:t> using Python</a:t>
            </a:r>
            <a:endParaRPr dirty="0"/>
          </a:p>
        </p:txBody>
      </p:sp>
      <p:sp>
        <p:nvSpPr>
          <p:cNvPr id="336" name="Google Shape;336;p27"/>
          <p:cNvSpPr/>
          <p:nvPr/>
        </p:nvSpPr>
        <p:spPr>
          <a:xfrm rot="2699612">
            <a:off x="8433021" y="1725010"/>
            <a:ext cx="491011" cy="3114623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7"/>
          <p:cNvSpPr/>
          <p:nvPr/>
        </p:nvSpPr>
        <p:spPr>
          <a:xfrm rot="10800000">
            <a:off x="-4682925" y="2330499"/>
            <a:ext cx="7057126" cy="7656025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A836F-939F-8C3E-8D6E-797D336D15CC}"/>
              </a:ext>
            </a:extLst>
          </p:cNvPr>
          <p:cNvSpPr txBox="1"/>
          <p:nvPr/>
        </p:nvSpPr>
        <p:spPr>
          <a:xfrm>
            <a:off x="2573382" y="3363685"/>
            <a:ext cx="54014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Syne" panose="020B0604020202020204" charset="0"/>
              </a:rPr>
              <a:t>BY</a:t>
            </a:r>
          </a:p>
          <a:p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Syne" panose="020B0604020202020204" charset="0"/>
              </a:rPr>
              <a:t>Akash Harsha S  AP23110011490</a:t>
            </a:r>
          </a:p>
          <a:p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Syne" panose="020B0604020202020204" charset="0"/>
              </a:rPr>
              <a:t>Devi Sree H           AP23110011510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343" name="Google Shape;343;p28"/>
          <p:cNvSpPr txBox="1">
            <a:spLocks noGrp="1"/>
          </p:cNvSpPr>
          <p:nvPr>
            <p:ph type="body" idx="1"/>
          </p:nvPr>
        </p:nvSpPr>
        <p:spPr>
          <a:xfrm>
            <a:off x="524057" y="1501468"/>
            <a:ext cx="7704000" cy="3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focuses on building an automated system to generate professional invoice PDFs using Python.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small businesses and freelancers avoid manual billing and save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reads invoice data from structured files and generates clean, GST-style invoices like Amazon.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>
            <a:spLocks noGrp="1"/>
          </p:cNvSpPr>
          <p:nvPr>
            <p:ph type="title" idx="2"/>
          </p:nvPr>
        </p:nvSpPr>
        <p:spPr>
          <a:xfrm>
            <a:off x="948600" y="1623175"/>
            <a:ext cx="60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2" name="Google Shape;352;p29"/>
          <p:cNvSpPr txBox="1">
            <a:spLocks noGrp="1"/>
          </p:cNvSpPr>
          <p:nvPr>
            <p:ph type="title" idx="3"/>
          </p:nvPr>
        </p:nvSpPr>
        <p:spPr>
          <a:xfrm>
            <a:off x="948600" y="2500326"/>
            <a:ext cx="60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6" name="Google Shape;356;p29"/>
          <p:cNvSpPr txBox="1">
            <a:spLocks noGrp="1"/>
          </p:cNvSpPr>
          <p:nvPr>
            <p:ph type="title" idx="7"/>
          </p:nvPr>
        </p:nvSpPr>
        <p:spPr>
          <a:xfrm>
            <a:off x="948600" y="3377478"/>
            <a:ext cx="605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7" name="Google Shape;357;p29"/>
          <p:cNvSpPr txBox="1">
            <a:spLocks noGrp="1"/>
          </p:cNvSpPr>
          <p:nvPr>
            <p:ph type="subTitle" idx="1"/>
          </p:nvPr>
        </p:nvSpPr>
        <p:spPr>
          <a:xfrm>
            <a:off x="1606924" y="1623175"/>
            <a:ext cx="7837521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Manual invoice generation is time-consuming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error-prone</a:t>
            </a:r>
            <a:endParaRPr dirty="0"/>
          </a:p>
        </p:txBody>
      </p:sp>
      <p:sp>
        <p:nvSpPr>
          <p:cNvPr id="360" name="Google Shape;360;p29"/>
          <p:cNvSpPr txBox="1">
            <a:spLocks noGrp="1"/>
          </p:cNvSpPr>
          <p:nvPr>
            <p:ph type="subTitle" idx="13"/>
          </p:nvPr>
        </p:nvSpPr>
        <p:spPr>
          <a:xfrm>
            <a:off x="1606925" y="2500323"/>
            <a:ext cx="5878092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Small retailers may not have access to costly billing software.</a:t>
            </a:r>
            <a:endParaRPr dirty="0"/>
          </a:p>
        </p:txBody>
      </p:sp>
      <p:sp>
        <p:nvSpPr>
          <p:cNvPr id="362" name="Google Shape;362;p29"/>
          <p:cNvSpPr txBox="1">
            <a:spLocks noGrp="1"/>
          </p:cNvSpPr>
          <p:nvPr>
            <p:ph type="subTitle" idx="15"/>
          </p:nvPr>
        </p:nvSpPr>
        <p:spPr>
          <a:xfrm>
            <a:off x="1404451" y="3377478"/>
            <a:ext cx="7112532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US" dirty="0"/>
              <a:t>Our goal: Build a simple, reliable, and customizable invoice generator using Python.</a:t>
            </a:r>
          </a:p>
          <a:p>
            <a:r>
              <a:rPr lang="en-US" dirty="0"/>
              <a:t>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3" name="Google Shape;363;p29"/>
          <p:cNvSpPr/>
          <p:nvPr/>
        </p:nvSpPr>
        <p:spPr>
          <a:xfrm rot="2699636">
            <a:off x="8824153" y="1508820"/>
            <a:ext cx="524205" cy="3325180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/>
          <p:nvPr/>
        </p:nvSpPr>
        <p:spPr>
          <a:xfrm rot="10800000">
            <a:off x="8031783" y="-1160135"/>
            <a:ext cx="1888617" cy="2048893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0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44137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Tools &amp; Technology</a:t>
            </a:r>
          </a:p>
        </p:txBody>
      </p:sp>
      <p:sp>
        <p:nvSpPr>
          <p:cNvPr id="371" name="Google Shape;371;p30"/>
          <p:cNvSpPr txBox="1">
            <a:spLocks noGrp="1"/>
          </p:cNvSpPr>
          <p:nvPr>
            <p:ph type="body" idx="1"/>
          </p:nvPr>
        </p:nvSpPr>
        <p:spPr>
          <a:xfrm>
            <a:off x="720000" y="1395175"/>
            <a:ext cx="4229700" cy="13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built this project using Python as the main language. The invoice details are stored in a CSV file, and we used the FPDF library to convert that data into a clean, professional PDF. To make it easier to input data, we added a simple GUI using </a:t>
            </a:r>
            <a:r>
              <a:rPr lang="en-US" dirty="0" err="1"/>
              <a:t>Tkinter</a:t>
            </a:r>
            <a:r>
              <a:rPr lang="en-US" dirty="0"/>
              <a:t>. We also included features like automatic tax calculation (CGST &amp; SGST), discount handling, and a custom template that makes the invoice look just like an Amazon bill. Everything works together smoothly to generate a ready-to-send invoice in just one click.</a:t>
            </a:r>
            <a:endParaRPr dirty="0"/>
          </a:p>
        </p:txBody>
      </p:sp>
      <p:grpSp>
        <p:nvGrpSpPr>
          <p:cNvPr id="373" name="Google Shape;373;p30"/>
          <p:cNvGrpSpPr/>
          <p:nvPr/>
        </p:nvGrpSpPr>
        <p:grpSpPr>
          <a:xfrm>
            <a:off x="6281633" y="4066212"/>
            <a:ext cx="3757142" cy="643314"/>
            <a:chOff x="5105006" y="3956125"/>
            <a:chExt cx="4400494" cy="753472"/>
          </a:xfrm>
        </p:grpSpPr>
        <p:sp>
          <p:nvSpPr>
            <p:cNvPr id="374" name="Google Shape;374;p30"/>
            <p:cNvSpPr/>
            <p:nvPr/>
          </p:nvSpPr>
          <p:spPr>
            <a:xfrm rot="5400000">
              <a:off x="7371373" y="2007269"/>
              <a:ext cx="168572" cy="4066284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0"/>
            <p:cNvSpPr/>
            <p:nvPr/>
          </p:nvSpPr>
          <p:spPr>
            <a:xfrm rot="5400000">
              <a:off x="7220967" y="2132614"/>
              <a:ext cx="168572" cy="4400494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 rot="5400000">
              <a:off x="7584475" y="2796922"/>
              <a:ext cx="168572" cy="3656779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30"/>
          <p:cNvSpPr/>
          <p:nvPr/>
        </p:nvSpPr>
        <p:spPr>
          <a:xfrm rot="10800000">
            <a:off x="-1333726" y="3342144"/>
            <a:ext cx="5184501" cy="5624481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Placeholder 12" descr="A blue and orange snake logo">
            <a:extLst>
              <a:ext uri="{FF2B5EF4-FFF2-40B4-BE49-F238E27FC236}">
                <a16:creationId xmlns:a16="http://schemas.microsoft.com/office/drawing/2014/main" id="{4A8D7E35-430C-1E5F-507B-6890B63C088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994" r="30994"/>
          <a:stretch>
            <a:fillRect/>
          </a:stretch>
        </p:blipFill>
        <p:spPr>
          <a:xfrm>
            <a:off x="5435301" y="535000"/>
            <a:ext cx="2517493" cy="3425446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393" name="Google Shape;393;p32"/>
          <p:cNvSpPr txBox="1">
            <a:spLocks noGrp="1"/>
          </p:cNvSpPr>
          <p:nvPr>
            <p:ph type="subTitle" idx="1"/>
          </p:nvPr>
        </p:nvSpPr>
        <p:spPr>
          <a:xfrm>
            <a:off x="1481263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term</a:t>
            </a:r>
            <a:endParaRPr/>
          </a:p>
        </p:txBody>
      </p:sp>
      <p:sp>
        <p:nvSpPr>
          <p:cNvPr id="394" name="Google Shape;394;p32"/>
          <p:cNvSpPr txBox="1">
            <a:spLocks noGrp="1"/>
          </p:cNvSpPr>
          <p:nvPr>
            <p:ph type="subTitle" idx="2"/>
          </p:nvPr>
        </p:nvSpPr>
        <p:spPr>
          <a:xfrm>
            <a:off x="4755138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term</a:t>
            </a:r>
            <a:endParaRPr/>
          </a:p>
        </p:txBody>
      </p:sp>
      <p:grpSp>
        <p:nvGrpSpPr>
          <p:cNvPr id="396" name="Google Shape;396;p32"/>
          <p:cNvGrpSpPr/>
          <p:nvPr/>
        </p:nvGrpSpPr>
        <p:grpSpPr>
          <a:xfrm>
            <a:off x="6036153" y="1666104"/>
            <a:ext cx="345569" cy="309789"/>
            <a:chOff x="4794180" y="1511282"/>
            <a:chExt cx="365449" cy="327611"/>
          </a:xfrm>
        </p:grpSpPr>
        <p:sp>
          <p:nvSpPr>
            <p:cNvPr id="397" name="Google Shape;397;p32"/>
            <p:cNvSpPr/>
            <p:nvPr/>
          </p:nvSpPr>
          <p:spPr>
            <a:xfrm>
              <a:off x="4936161" y="1766620"/>
              <a:ext cx="81521" cy="18518"/>
            </a:xfrm>
            <a:custGeom>
              <a:avLst/>
              <a:gdLst/>
              <a:ahLst/>
              <a:cxnLst/>
              <a:rect l="l" t="t" r="r" b="b"/>
              <a:pathLst>
                <a:path w="2311" h="525" extrusionOk="0">
                  <a:moveTo>
                    <a:pt x="0" y="1"/>
                  </a:moveTo>
                  <a:lnTo>
                    <a:pt x="0" y="405"/>
                  </a:lnTo>
                  <a:cubicBezTo>
                    <a:pt x="0" y="477"/>
                    <a:pt x="48" y="525"/>
                    <a:pt x="96" y="525"/>
                  </a:cubicBezTo>
                  <a:lnTo>
                    <a:pt x="2215" y="525"/>
                  </a:lnTo>
                  <a:cubicBezTo>
                    <a:pt x="2263" y="525"/>
                    <a:pt x="2310" y="477"/>
                    <a:pt x="2310" y="429"/>
                  </a:cubicBez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2"/>
            <p:cNvSpPr/>
            <p:nvPr/>
          </p:nvSpPr>
          <p:spPr>
            <a:xfrm>
              <a:off x="4806773" y="1511282"/>
              <a:ext cx="340263" cy="232693"/>
            </a:xfrm>
            <a:custGeom>
              <a:avLst/>
              <a:gdLst/>
              <a:ahLst/>
              <a:cxnLst/>
              <a:rect l="l" t="t" r="r" b="b"/>
              <a:pathLst>
                <a:path w="9646" h="6597" extrusionOk="0">
                  <a:moveTo>
                    <a:pt x="5288" y="762"/>
                  </a:moveTo>
                  <a:cubicBezTo>
                    <a:pt x="5693" y="762"/>
                    <a:pt x="5693" y="1405"/>
                    <a:pt x="5288" y="1405"/>
                  </a:cubicBezTo>
                  <a:lnTo>
                    <a:pt x="4383" y="1405"/>
                  </a:lnTo>
                  <a:cubicBezTo>
                    <a:pt x="3954" y="1405"/>
                    <a:pt x="3954" y="762"/>
                    <a:pt x="4383" y="762"/>
                  </a:cubicBezTo>
                  <a:close/>
                  <a:moveTo>
                    <a:pt x="7645" y="2834"/>
                  </a:moveTo>
                  <a:cubicBezTo>
                    <a:pt x="7836" y="2834"/>
                    <a:pt x="7979" y="3001"/>
                    <a:pt x="7955" y="3191"/>
                  </a:cubicBezTo>
                  <a:lnTo>
                    <a:pt x="7860" y="4191"/>
                  </a:lnTo>
                  <a:cubicBezTo>
                    <a:pt x="7836" y="4358"/>
                    <a:pt x="7693" y="4477"/>
                    <a:pt x="7526" y="4477"/>
                  </a:cubicBezTo>
                  <a:lnTo>
                    <a:pt x="7502" y="4477"/>
                  </a:lnTo>
                  <a:cubicBezTo>
                    <a:pt x="7312" y="4477"/>
                    <a:pt x="7169" y="4310"/>
                    <a:pt x="7193" y="4144"/>
                  </a:cubicBezTo>
                  <a:lnTo>
                    <a:pt x="7217" y="3953"/>
                  </a:lnTo>
                  <a:lnTo>
                    <a:pt x="5550" y="5406"/>
                  </a:lnTo>
                  <a:cubicBezTo>
                    <a:pt x="5496" y="5459"/>
                    <a:pt x="5420" y="5490"/>
                    <a:pt x="5343" y="5490"/>
                  </a:cubicBezTo>
                  <a:cubicBezTo>
                    <a:pt x="5282" y="5490"/>
                    <a:pt x="5221" y="5472"/>
                    <a:pt x="5169" y="5430"/>
                  </a:cubicBezTo>
                  <a:lnTo>
                    <a:pt x="3406" y="4215"/>
                  </a:lnTo>
                  <a:lnTo>
                    <a:pt x="2049" y="5716"/>
                  </a:lnTo>
                  <a:cubicBezTo>
                    <a:pt x="1979" y="5791"/>
                    <a:pt x="1898" y="5823"/>
                    <a:pt x="1819" y="5823"/>
                  </a:cubicBezTo>
                  <a:cubicBezTo>
                    <a:pt x="1576" y="5823"/>
                    <a:pt x="1357" y="5521"/>
                    <a:pt x="1573" y="5287"/>
                  </a:cubicBezTo>
                  <a:lnTo>
                    <a:pt x="1596" y="5287"/>
                  </a:lnTo>
                  <a:lnTo>
                    <a:pt x="3144" y="3572"/>
                  </a:lnTo>
                  <a:cubicBezTo>
                    <a:pt x="3200" y="3503"/>
                    <a:pt x="3288" y="3466"/>
                    <a:pt x="3380" y="3466"/>
                  </a:cubicBezTo>
                  <a:cubicBezTo>
                    <a:pt x="3445" y="3466"/>
                    <a:pt x="3513" y="3485"/>
                    <a:pt x="3573" y="3525"/>
                  </a:cubicBezTo>
                  <a:lnTo>
                    <a:pt x="5335" y="4739"/>
                  </a:lnTo>
                  <a:lnTo>
                    <a:pt x="6788" y="3477"/>
                  </a:lnTo>
                  <a:lnTo>
                    <a:pt x="6526" y="3477"/>
                  </a:lnTo>
                  <a:cubicBezTo>
                    <a:pt x="6145" y="3453"/>
                    <a:pt x="6145" y="2882"/>
                    <a:pt x="6526" y="2834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6597"/>
                  </a:lnTo>
                  <a:lnTo>
                    <a:pt x="9646" y="6597"/>
                  </a:lnTo>
                  <a:lnTo>
                    <a:pt x="9646" y="357"/>
                  </a:lnTo>
                  <a:cubicBezTo>
                    <a:pt x="9646" y="167"/>
                    <a:pt x="9479" y="0"/>
                    <a:pt x="9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2"/>
            <p:cNvSpPr/>
            <p:nvPr/>
          </p:nvSpPr>
          <p:spPr>
            <a:xfrm>
              <a:off x="4794180" y="1766620"/>
              <a:ext cx="365449" cy="72273"/>
            </a:xfrm>
            <a:custGeom>
              <a:avLst/>
              <a:gdLst/>
              <a:ahLst/>
              <a:cxnLst/>
              <a:rect l="l" t="t" r="r" b="b"/>
              <a:pathLst>
                <a:path w="10360" h="2049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144"/>
                  </a:lnTo>
                  <a:cubicBezTo>
                    <a:pt x="1" y="1644"/>
                    <a:pt x="406" y="2049"/>
                    <a:pt x="906" y="2049"/>
                  </a:cubicBezTo>
                  <a:lnTo>
                    <a:pt x="9455" y="2049"/>
                  </a:lnTo>
                  <a:cubicBezTo>
                    <a:pt x="9955" y="2049"/>
                    <a:pt x="10360" y="1644"/>
                    <a:pt x="10360" y="1144"/>
                  </a:cubicBezTo>
                  <a:lnTo>
                    <a:pt x="10360" y="167"/>
                  </a:lnTo>
                  <a:cubicBezTo>
                    <a:pt x="10360" y="72"/>
                    <a:pt x="10289" y="1"/>
                    <a:pt x="10193" y="1"/>
                  </a:cubicBezTo>
                  <a:lnTo>
                    <a:pt x="6978" y="1"/>
                  </a:lnTo>
                  <a:lnTo>
                    <a:pt x="6978" y="405"/>
                  </a:lnTo>
                  <a:cubicBezTo>
                    <a:pt x="6978" y="834"/>
                    <a:pt x="6645" y="1168"/>
                    <a:pt x="6240" y="1168"/>
                  </a:cubicBezTo>
                  <a:lnTo>
                    <a:pt x="4121" y="1168"/>
                  </a:lnTo>
                  <a:cubicBezTo>
                    <a:pt x="3716" y="1168"/>
                    <a:pt x="3382" y="834"/>
                    <a:pt x="3382" y="405"/>
                  </a:cubicBezTo>
                  <a:lnTo>
                    <a:pt x="33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32"/>
          <p:cNvGrpSpPr/>
          <p:nvPr/>
        </p:nvGrpSpPr>
        <p:grpSpPr>
          <a:xfrm>
            <a:off x="2762262" y="1648212"/>
            <a:ext cx="345602" cy="345577"/>
            <a:chOff x="2343731" y="1489413"/>
            <a:chExt cx="365484" cy="365458"/>
          </a:xfrm>
        </p:grpSpPr>
        <p:sp>
          <p:nvSpPr>
            <p:cNvPr id="401" name="Google Shape;401;p32"/>
            <p:cNvSpPr/>
            <p:nvPr/>
          </p:nvSpPr>
          <p:spPr>
            <a:xfrm>
              <a:off x="2427756" y="1790146"/>
              <a:ext cx="197434" cy="64725"/>
            </a:xfrm>
            <a:custGeom>
              <a:avLst/>
              <a:gdLst/>
              <a:ahLst/>
              <a:cxnLst/>
              <a:rect l="l" t="t" r="r" b="b"/>
              <a:pathLst>
                <a:path w="5597" h="1835" extrusionOk="0">
                  <a:moveTo>
                    <a:pt x="1382" y="0"/>
                  </a:moveTo>
                  <a:lnTo>
                    <a:pt x="1167" y="1239"/>
                  </a:lnTo>
                  <a:lnTo>
                    <a:pt x="381" y="1239"/>
                  </a:lnTo>
                  <a:cubicBezTo>
                    <a:pt x="0" y="1239"/>
                    <a:pt x="0" y="1834"/>
                    <a:pt x="381" y="1834"/>
                  </a:cubicBezTo>
                  <a:lnTo>
                    <a:pt x="5192" y="1834"/>
                  </a:lnTo>
                  <a:cubicBezTo>
                    <a:pt x="5597" y="1834"/>
                    <a:pt x="5597" y="1239"/>
                    <a:pt x="5192" y="1239"/>
                  </a:cubicBezTo>
                  <a:lnTo>
                    <a:pt x="4382" y="1239"/>
                  </a:lnTo>
                  <a:lnTo>
                    <a:pt x="4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2538626" y="1489413"/>
              <a:ext cx="170590" cy="128568"/>
            </a:xfrm>
            <a:custGeom>
              <a:avLst/>
              <a:gdLst/>
              <a:ahLst/>
              <a:cxnLst/>
              <a:rect l="l" t="t" r="r" b="b"/>
              <a:pathLst>
                <a:path w="4836" h="3645" extrusionOk="0">
                  <a:moveTo>
                    <a:pt x="1" y="1"/>
                  </a:moveTo>
                  <a:lnTo>
                    <a:pt x="1" y="3645"/>
                  </a:lnTo>
                  <a:lnTo>
                    <a:pt x="739" y="3645"/>
                  </a:lnTo>
                  <a:cubicBezTo>
                    <a:pt x="810" y="3240"/>
                    <a:pt x="1072" y="2906"/>
                    <a:pt x="1430" y="2692"/>
                  </a:cubicBezTo>
                  <a:cubicBezTo>
                    <a:pt x="1287" y="2525"/>
                    <a:pt x="1215" y="2311"/>
                    <a:pt x="1215" y="2073"/>
                  </a:cubicBezTo>
                  <a:cubicBezTo>
                    <a:pt x="1215" y="1335"/>
                    <a:pt x="1775" y="965"/>
                    <a:pt x="2335" y="965"/>
                  </a:cubicBezTo>
                  <a:cubicBezTo>
                    <a:pt x="2894" y="965"/>
                    <a:pt x="3454" y="1335"/>
                    <a:pt x="3454" y="2073"/>
                  </a:cubicBezTo>
                  <a:cubicBezTo>
                    <a:pt x="3454" y="2311"/>
                    <a:pt x="3382" y="2525"/>
                    <a:pt x="3263" y="2692"/>
                  </a:cubicBezTo>
                  <a:cubicBezTo>
                    <a:pt x="3597" y="2906"/>
                    <a:pt x="3859" y="3240"/>
                    <a:pt x="3930" y="3645"/>
                  </a:cubicBezTo>
                  <a:lnTo>
                    <a:pt x="4835" y="3645"/>
                  </a:lnTo>
                  <a:lnTo>
                    <a:pt x="4835" y="668"/>
                  </a:lnTo>
                  <a:cubicBezTo>
                    <a:pt x="4835" y="287"/>
                    <a:pt x="4526" y="1"/>
                    <a:pt x="4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2343731" y="1489413"/>
              <a:ext cx="171401" cy="129415"/>
            </a:xfrm>
            <a:custGeom>
              <a:avLst/>
              <a:gdLst/>
              <a:ahLst/>
              <a:cxnLst/>
              <a:rect l="l" t="t" r="r" b="b"/>
              <a:pathLst>
                <a:path w="4859" h="3669" extrusionOk="0">
                  <a:moveTo>
                    <a:pt x="691" y="1"/>
                  </a:moveTo>
                  <a:cubicBezTo>
                    <a:pt x="310" y="1"/>
                    <a:pt x="1" y="310"/>
                    <a:pt x="1" y="692"/>
                  </a:cubicBezTo>
                  <a:lnTo>
                    <a:pt x="1" y="3668"/>
                  </a:lnTo>
                  <a:lnTo>
                    <a:pt x="906" y="3645"/>
                  </a:lnTo>
                  <a:cubicBezTo>
                    <a:pt x="977" y="3240"/>
                    <a:pt x="1239" y="2906"/>
                    <a:pt x="1573" y="2692"/>
                  </a:cubicBezTo>
                  <a:cubicBezTo>
                    <a:pt x="1454" y="2525"/>
                    <a:pt x="1382" y="2311"/>
                    <a:pt x="1382" y="2073"/>
                  </a:cubicBezTo>
                  <a:cubicBezTo>
                    <a:pt x="1382" y="1335"/>
                    <a:pt x="1942" y="965"/>
                    <a:pt x="2501" y="965"/>
                  </a:cubicBezTo>
                  <a:cubicBezTo>
                    <a:pt x="3061" y="965"/>
                    <a:pt x="3621" y="1335"/>
                    <a:pt x="3621" y="2073"/>
                  </a:cubicBezTo>
                  <a:cubicBezTo>
                    <a:pt x="3621" y="2311"/>
                    <a:pt x="3549" y="2525"/>
                    <a:pt x="3406" y="2692"/>
                  </a:cubicBezTo>
                  <a:cubicBezTo>
                    <a:pt x="3764" y="2906"/>
                    <a:pt x="4002" y="3240"/>
                    <a:pt x="4097" y="3645"/>
                  </a:cubicBezTo>
                  <a:lnTo>
                    <a:pt x="4859" y="3645"/>
                  </a:lnTo>
                  <a:lnTo>
                    <a:pt x="48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2410930" y="1546555"/>
              <a:ext cx="42048" cy="31110"/>
            </a:xfrm>
            <a:custGeom>
              <a:avLst/>
              <a:gdLst/>
              <a:ahLst/>
              <a:cxnLst/>
              <a:rect l="l" t="t" r="r" b="b"/>
              <a:pathLst>
                <a:path w="1192" h="882" extrusionOk="0">
                  <a:moveTo>
                    <a:pt x="596" y="0"/>
                  </a:moveTo>
                  <a:cubicBezTo>
                    <a:pt x="25" y="0"/>
                    <a:pt x="1" y="858"/>
                    <a:pt x="573" y="881"/>
                  </a:cubicBezTo>
                  <a:lnTo>
                    <a:pt x="620" y="881"/>
                  </a:lnTo>
                  <a:cubicBezTo>
                    <a:pt x="1192" y="858"/>
                    <a:pt x="1144" y="0"/>
                    <a:pt x="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2599969" y="1546555"/>
              <a:ext cx="42013" cy="31110"/>
            </a:xfrm>
            <a:custGeom>
              <a:avLst/>
              <a:gdLst/>
              <a:ahLst/>
              <a:cxnLst/>
              <a:rect l="l" t="t" r="r" b="b"/>
              <a:pathLst>
                <a:path w="1191" h="882" extrusionOk="0">
                  <a:moveTo>
                    <a:pt x="596" y="0"/>
                  </a:moveTo>
                  <a:cubicBezTo>
                    <a:pt x="48" y="0"/>
                    <a:pt x="0" y="858"/>
                    <a:pt x="572" y="881"/>
                  </a:cubicBezTo>
                  <a:lnTo>
                    <a:pt x="619" y="881"/>
                  </a:lnTo>
                  <a:cubicBezTo>
                    <a:pt x="1191" y="858"/>
                    <a:pt x="1167" y="0"/>
                    <a:pt x="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2589034" y="1601156"/>
              <a:ext cx="63036" cy="16825"/>
            </a:xfrm>
            <a:custGeom>
              <a:avLst/>
              <a:gdLst/>
              <a:ahLst/>
              <a:cxnLst/>
              <a:rect l="l" t="t" r="r" b="b"/>
              <a:pathLst>
                <a:path w="1787" h="477" extrusionOk="0">
                  <a:moveTo>
                    <a:pt x="715" y="0"/>
                  </a:moveTo>
                  <a:cubicBezTo>
                    <a:pt x="406" y="0"/>
                    <a:pt x="120" y="191"/>
                    <a:pt x="1" y="477"/>
                  </a:cubicBezTo>
                  <a:lnTo>
                    <a:pt x="1787" y="477"/>
                  </a:lnTo>
                  <a:cubicBezTo>
                    <a:pt x="1691" y="191"/>
                    <a:pt x="1406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2"/>
            <p:cNvSpPr/>
            <p:nvPr/>
          </p:nvSpPr>
          <p:spPr>
            <a:xfrm>
              <a:off x="2400030" y="1601156"/>
              <a:ext cx="63036" cy="16825"/>
            </a:xfrm>
            <a:custGeom>
              <a:avLst/>
              <a:gdLst/>
              <a:ahLst/>
              <a:cxnLst/>
              <a:rect l="l" t="t" r="r" b="b"/>
              <a:pathLst>
                <a:path w="1787" h="477" extrusionOk="0">
                  <a:moveTo>
                    <a:pt x="715" y="0"/>
                  </a:moveTo>
                  <a:cubicBezTo>
                    <a:pt x="405" y="0"/>
                    <a:pt x="119" y="191"/>
                    <a:pt x="0" y="477"/>
                  </a:cubicBezTo>
                  <a:lnTo>
                    <a:pt x="1786" y="477"/>
                  </a:lnTo>
                  <a:cubicBezTo>
                    <a:pt x="1667" y="191"/>
                    <a:pt x="1382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2"/>
            <p:cNvSpPr/>
            <p:nvPr/>
          </p:nvSpPr>
          <p:spPr>
            <a:xfrm>
              <a:off x="2599969" y="1694382"/>
              <a:ext cx="42013" cy="31110"/>
            </a:xfrm>
            <a:custGeom>
              <a:avLst/>
              <a:gdLst/>
              <a:ahLst/>
              <a:cxnLst/>
              <a:rect l="l" t="t" r="r" b="b"/>
              <a:pathLst>
                <a:path w="1191" h="882" extrusionOk="0">
                  <a:moveTo>
                    <a:pt x="596" y="1"/>
                  </a:moveTo>
                  <a:cubicBezTo>
                    <a:pt x="48" y="1"/>
                    <a:pt x="0" y="858"/>
                    <a:pt x="572" y="882"/>
                  </a:cubicBezTo>
                  <a:lnTo>
                    <a:pt x="619" y="882"/>
                  </a:lnTo>
                  <a:cubicBezTo>
                    <a:pt x="1191" y="858"/>
                    <a:pt x="1167" y="1"/>
                    <a:pt x="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2"/>
            <p:cNvSpPr/>
            <p:nvPr/>
          </p:nvSpPr>
          <p:spPr>
            <a:xfrm>
              <a:off x="2589034" y="1748983"/>
              <a:ext cx="63036" cy="16825"/>
            </a:xfrm>
            <a:custGeom>
              <a:avLst/>
              <a:gdLst/>
              <a:ahLst/>
              <a:cxnLst/>
              <a:rect l="l" t="t" r="r" b="b"/>
              <a:pathLst>
                <a:path w="1787" h="477" extrusionOk="0">
                  <a:moveTo>
                    <a:pt x="715" y="1"/>
                  </a:moveTo>
                  <a:cubicBezTo>
                    <a:pt x="406" y="1"/>
                    <a:pt x="120" y="191"/>
                    <a:pt x="1" y="477"/>
                  </a:cubicBezTo>
                  <a:lnTo>
                    <a:pt x="1787" y="477"/>
                  </a:lnTo>
                  <a:cubicBezTo>
                    <a:pt x="1691" y="191"/>
                    <a:pt x="1406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2538626" y="1641473"/>
              <a:ext cx="170590" cy="124336"/>
            </a:xfrm>
            <a:custGeom>
              <a:avLst/>
              <a:gdLst/>
              <a:ahLst/>
              <a:cxnLst/>
              <a:rect l="l" t="t" r="r" b="b"/>
              <a:pathLst>
                <a:path w="4836" h="3525" extrusionOk="0">
                  <a:moveTo>
                    <a:pt x="1" y="0"/>
                  </a:moveTo>
                  <a:lnTo>
                    <a:pt x="1" y="3525"/>
                  </a:lnTo>
                  <a:lnTo>
                    <a:pt x="739" y="3525"/>
                  </a:lnTo>
                  <a:cubicBezTo>
                    <a:pt x="810" y="3120"/>
                    <a:pt x="1072" y="2787"/>
                    <a:pt x="1430" y="2572"/>
                  </a:cubicBezTo>
                  <a:cubicBezTo>
                    <a:pt x="1287" y="2406"/>
                    <a:pt x="1215" y="2191"/>
                    <a:pt x="1215" y="1953"/>
                  </a:cubicBezTo>
                  <a:cubicBezTo>
                    <a:pt x="1215" y="1215"/>
                    <a:pt x="1775" y="846"/>
                    <a:pt x="2335" y="846"/>
                  </a:cubicBezTo>
                  <a:cubicBezTo>
                    <a:pt x="2894" y="846"/>
                    <a:pt x="3454" y="1215"/>
                    <a:pt x="3454" y="1953"/>
                  </a:cubicBezTo>
                  <a:cubicBezTo>
                    <a:pt x="3454" y="2191"/>
                    <a:pt x="3382" y="2406"/>
                    <a:pt x="3263" y="2572"/>
                  </a:cubicBezTo>
                  <a:cubicBezTo>
                    <a:pt x="3597" y="2787"/>
                    <a:pt x="3859" y="3120"/>
                    <a:pt x="3930" y="3525"/>
                  </a:cubicBezTo>
                  <a:lnTo>
                    <a:pt x="4145" y="3525"/>
                  </a:lnTo>
                  <a:cubicBezTo>
                    <a:pt x="4526" y="3525"/>
                    <a:pt x="4835" y="3239"/>
                    <a:pt x="4835" y="2858"/>
                  </a:cubicBezTo>
                  <a:lnTo>
                    <a:pt x="48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2"/>
            <p:cNvSpPr/>
            <p:nvPr/>
          </p:nvSpPr>
          <p:spPr>
            <a:xfrm>
              <a:off x="2400030" y="1748983"/>
              <a:ext cx="63036" cy="16825"/>
            </a:xfrm>
            <a:custGeom>
              <a:avLst/>
              <a:gdLst/>
              <a:ahLst/>
              <a:cxnLst/>
              <a:rect l="l" t="t" r="r" b="b"/>
              <a:pathLst>
                <a:path w="1787" h="477" extrusionOk="0">
                  <a:moveTo>
                    <a:pt x="715" y="1"/>
                  </a:moveTo>
                  <a:cubicBezTo>
                    <a:pt x="405" y="1"/>
                    <a:pt x="119" y="191"/>
                    <a:pt x="0" y="477"/>
                  </a:cubicBezTo>
                  <a:lnTo>
                    <a:pt x="1786" y="477"/>
                  </a:lnTo>
                  <a:cubicBezTo>
                    <a:pt x="1667" y="191"/>
                    <a:pt x="1382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2"/>
            <p:cNvSpPr/>
            <p:nvPr/>
          </p:nvSpPr>
          <p:spPr>
            <a:xfrm>
              <a:off x="2410930" y="1694382"/>
              <a:ext cx="42048" cy="31110"/>
            </a:xfrm>
            <a:custGeom>
              <a:avLst/>
              <a:gdLst/>
              <a:ahLst/>
              <a:cxnLst/>
              <a:rect l="l" t="t" r="r" b="b"/>
              <a:pathLst>
                <a:path w="1192" h="882" extrusionOk="0">
                  <a:moveTo>
                    <a:pt x="596" y="1"/>
                  </a:moveTo>
                  <a:cubicBezTo>
                    <a:pt x="25" y="1"/>
                    <a:pt x="1" y="858"/>
                    <a:pt x="573" y="882"/>
                  </a:cubicBezTo>
                  <a:lnTo>
                    <a:pt x="620" y="882"/>
                  </a:lnTo>
                  <a:cubicBezTo>
                    <a:pt x="1192" y="858"/>
                    <a:pt x="1144" y="1"/>
                    <a:pt x="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2343731" y="1641473"/>
              <a:ext cx="171401" cy="124336"/>
            </a:xfrm>
            <a:custGeom>
              <a:avLst/>
              <a:gdLst/>
              <a:ahLst/>
              <a:cxnLst/>
              <a:rect l="l" t="t" r="r" b="b"/>
              <a:pathLst>
                <a:path w="4859" h="3525" extrusionOk="0">
                  <a:moveTo>
                    <a:pt x="1" y="0"/>
                  </a:moveTo>
                  <a:lnTo>
                    <a:pt x="1" y="2858"/>
                  </a:lnTo>
                  <a:cubicBezTo>
                    <a:pt x="1" y="3239"/>
                    <a:pt x="310" y="3525"/>
                    <a:pt x="691" y="3525"/>
                  </a:cubicBezTo>
                  <a:lnTo>
                    <a:pt x="906" y="3525"/>
                  </a:lnTo>
                  <a:cubicBezTo>
                    <a:pt x="977" y="3120"/>
                    <a:pt x="1239" y="2787"/>
                    <a:pt x="1573" y="2572"/>
                  </a:cubicBezTo>
                  <a:cubicBezTo>
                    <a:pt x="1454" y="2406"/>
                    <a:pt x="1382" y="2191"/>
                    <a:pt x="1382" y="1953"/>
                  </a:cubicBezTo>
                  <a:cubicBezTo>
                    <a:pt x="1382" y="1215"/>
                    <a:pt x="1942" y="846"/>
                    <a:pt x="2501" y="846"/>
                  </a:cubicBezTo>
                  <a:cubicBezTo>
                    <a:pt x="3061" y="846"/>
                    <a:pt x="3621" y="1215"/>
                    <a:pt x="3621" y="1953"/>
                  </a:cubicBezTo>
                  <a:cubicBezTo>
                    <a:pt x="3621" y="2191"/>
                    <a:pt x="3549" y="2406"/>
                    <a:pt x="3406" y="2572"/>
                  </a:cubicBezTo>
                  <a:cubicBezTo>
                    <a:pt x="3764" y="2787"/>
                    <a:pt x="4025" y="3120"/>
                    <a:pt x="4097" y="3525"/>
                  </a:cubicBezTo>
                  <a:lnTo>
                    <a:pt x="4859" y="3525"/>
                  </a:lnTo>
                  <a:lnTo>
                    <a:pt x="48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ubtitle 3">
            <a:extLst>
              <a:ext uri="{FF2B5EF4-FFF2-40B4-BE49-F238E27FC236}">
                <a16:creationId xmlns:a16="http://schemas.microsoft.com/office/drawing/2014/main" id="{E164095C-670C-2839-77E0-9AB5EC3A5F6E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1207661" y="2714883"/>
            <a:ext cx="36327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working invoice generator using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user-friendly form to input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ap" panose="020B0604020202020204" charset="0"/>
              </a:rPr>
              <a:t>invoice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professional PDF invoices automatically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5F24FC1-E985-5F16-E403-14B162FF8D51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4840387" y="2691451"/>
            <a:ext cx="36936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sap" panose="020B0604020202020204" charset="0"/>
              </a:rPr>
              <a:t>Add database integration for storing past invoices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sap" panose="020B0604020202020204" charset="0"/>
              </a:rPr>
              <a:t>Include email functionality to send invoices directly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sap" panose="020B0604020202020204" charset="0"/>
              </a:rPr>
              <a:t>Make the tool scalable for use by small businesses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"/>
          <p:cNvSpPr/>
          <p:nvPr/>
        </p:nvSpPr>
        <p:spPr>
          <a:xfrm>
            <a:off x="-215800" y="4273250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3"/>
          <p:cNvSpPr txBox="1">
            <a:spLocks noGrp="1"/>
          </p:cNvSpPr>
          <p:nvPr>
            <p:ph type="subTitle" idx="1"/>
          </p:nvPr>
        </p:nvSpPr>
        <p:spPr>
          <a:xfrm>
            <a:off x="791374" y="1767272"/>
            <a:ext cx="2582161" cy="7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Invoice Input Made Easy</a:t>
            </a:r>
            <a:endParaRPr dirty="0"/>
          </a:p>
        </p:txBody>
      </p:sp>
      <p:sp>
        <p:nvSpPr>
          <p:cNvPr id="420" name="Google Shape;420;p33"/>
          <p:cNvSpPr txBox="1">
            <a:spLocks noGrp="1"/>
          </p:cNvSpPr>
          <p:nvPr>
            <p:ph type="subTitle" idx="5"/>
          </p:nvPr>
        </p:nvSpPr>
        <p:spPr>
          <a:xfrm>
            <a:off x="3471024" y="2696658"/>
            <a:ext cx="2296200" cy="7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Smart Billing &amp; Calculations</a:t>
            </a:r>
            <a:br>
              <a:rPr lang="en-IN" dirty="0"/>
            </a:br>
            <a:endParaRPr dirty="0"/>
          </a:p>
        </p:txBody>
      </p:sp>
      <p:sp>
        <p:nvSpPr>
          <p:cNvPr id="421" name="Google Shape;421;p33"/>
          <p:cNvSpPr txBox="1">
            <a:spLocks noGrp="1"/>
          </p:cNvSpPr>
          <p:nvPr>
            <p:ph type="subTitle" idx="6"/>
          </p:nvPr>
        </p:nvSpPr>
        <p:spPr>
          <a:xfrm>
            <a:off x="6056425" y="2134852"/>
            <a:ext cx="2296200" cy="7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Professional Invoice Output</a:t>
            </a:r>
            <a:br>
              <a:rPr lang="en-IN" dirty="0"/>
            </a:br>
            <a:endParaRPr dirty="0"/>
          </a:p>
        </p:txBody>
      </p:sp>
      <p:sp>
        <p:nvSpPr>
          <p:cNvPr id="422" name="Google Shape;42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Features</a:t>
            </a:r>
            <a:endParaRPr dirty="0"/>
          </a:p>
        </p:txBody>
      </p:sp>
      <p:sp>
        <p:nvSpPr>
          <p:cNvPr id="423" name="Google Shape;423;p33"/>
          <p:cNvSpPr txBox="1">
            <a:spLocks noGrp="1"/>
          </p:cNvSpPr>
          <p:nvPr>
            <p:ph type="subTitle" idx="2"/>
          </p:nvPr>
        </p:nvSpPr>
        <p:spPr>
          <a:xfrm>
            <a:off x="79137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User-friendly GUI form to enter client and item details, which are stored in a CSV file automatically.</a:t>
            </a:r>
            <a:endParaRPr dirty="0"/>
          </a:p>
        </p:txBody>
      </p:sp>
      <p:sp>
        <p:nvSpPr>
          <p:cNvPr id="424" name="Google Shape;424;p33"/>
          <p:cNvSpPr txBox="1">
            <a:spLocks noGrp="1"/>
          </p:cNvSpPr>
          <p:nvPr>
            <p:ph type="subTitle" idx="3"/>
          </p:nvPr>
        </p:nvSpPr>
        <p:spPr>
          <a:xfrm>
            <a:off x="3423900" y="31655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Automatically applies quantity, discounts, tax (CGST + SGST), and calculates grand total.</a:t>
            </a:r>
          </a:p>
        </p:txBody>
      </p:sp>
      <p:sp>
        <p:nvSpPr>
          <p:cNvPr id="425" name="Google Shape;425;p33"/>
          <p:cNvSpPr txBox="1">
            <a:spLocks noGrp="1"/>
          </p:cNvSpPr>
          <p:nvPr>
            <p:ph type="subTitle" idx="4"/>
          </p:nvPr>
        </p:nvSpPr>
        <p:spPr>
          <a:xfrm>
            <a:off x="605642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Generates polished PDF invoices using a template similar to Amazon’s, with logo, table, and legal disclaimer.</a:t>
            </a:r>
            <a:endParaRPr dirty="0"/>
          </a:p>
        </p:txBody>
      </p:sp>
      <p:grpSp>
        <p:nvGrpSpPr>
          <p:cNvPr id="426" name="Google Shape;426;p33"/>
          <p:cNvGrpSpPr/>
          <p:nvPr/>
        </p:nvGrpSpPr>
        <p:grpSpPr>
          <a:xfrm>
            <a:off x="7031741" y="1357776"/>
            <a:ext cx="345569" cy="336038"/>
            <a:chOff x="6411291" y="2172935"/>
            <a:chExt cx="365449" cy="355370"/>
          </a:xfrm>
        </p:grpSpPr>
        <p:sp>
          <p:nvSpPr>
            <p:cNvPr id="427" name="Google Shape;427;p33"/>
            <p:cNvSpPr/>
            <p:nvPr/>
          </p:nvSpPr>
          <p:spPr>
            <a:xfrm>
              <a:off x="6465051" y="2172935"/>
              <a:ext cx="83214" cy="117634"/>
            </a:xfrm>
            <a:custGeom>
              <a:avLst/>
              <a:gdLst/>
              <a:ahLst/>
              <a:cxnLst/>
              <a:rect l="l" t="t" r="r" b="b"/>
              <a:pathLst>
                <a:path w="2359" h="3335" extrusionOk="0">
                  <a:moveTo>
                    <a:pt x="331" y="1"/>
                  </a:moveTo>
                  <a:cubicBezTo>
                    <a:pt x="179" y="1"/>
                    <a:pt x="25" y="96"/>
                    <a:pt x="1" y="286"/>
                  </a:cubicBezTo>
                  <a:cubicBezTo>
                    <a:pt x="1" y="1049"/>
                    <a:pt x="263" y="1763"/>
                    <a:pt x="763" y="2334"/>
                  </a:cubicBezTo>
                  <a:cubicBezTo>
                    <a:pt x="1191" y="2787"/>
                    <a:pt x="1739" y="3144"/>
                    <a:pt x="2335" y="3335"/>
                  </a:cubicBezTo>
                  <a:lnTo>
                    <a:pt x="2358" y="3335"/>
                  </a:lnTo>
                  <a:lnTo>
                    <a:pt x="2358" y="2644"/>
                  </a:lnTo>
                  <a:cubicBezTo>
                    <a:pt x="1930" y="2477"/>
                    <a:pt x="1549" y="2239"/>
                    <a:pt x="1239" y="1906"/>
                  </a:cubicBezTo>
                  <a:cubicBezTo>
                    <a:pt x="858" y="1453"/>
                    <a:pt x="644" y="882"/>
                    <a:pt x="644" y="286"/>
                  </a:cubicBezTo>
                  <a:cubicBezTo>
                    <a:pt x="632" y="96"/>
                    <a:pt x="48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6411291" y="2307323"/>
              <a:ext cx="365449" cy="220982"/>
            </a:xfrm>
            <a:custGeom>
              <a:avLst/>
              <a:gdLst/>
              <a:ahLst/>
              <a:cxnLst/>
              <a:rect l="l" t="t" r="r" b="b"/>
              <a:pathLst>
                <a:path w="10360" h="6265" extrusionOk="0">
                  <a:moveTo>
                    <a:pt x="8877" y="1571"/>
                  </a:moveTo>
                  <a:cubicBezTo>
                    <a:pt x="9275" y="1571"/>
                    <a:pt x="9275" y="2218"/>
                    <a:pt x="8877" y="2218"/>
                  </a:cubicBezTo>
                  <a:cubicBezTo>
                    <a:pt x="8864" y="2218"/>
                    <a:pt x="8850" y="2217"/>
                    <a:pt x="8836" y="2216"/>
                  </a:cubicBezTo>
                  <a:lnTo>
                    <a:pt x="6121" y="2216"/>
                  </a:lnTo>
                  <a:cubicBezTo>
                    <a:pt x="5740" y="2168"/>
                    <a:pt x="5740" y="1597"/>
                    <a:pt x="6121" y="1573"/>
                  </a:cubicBezTo>
                  <a:lnTo>
                    <a:pt x="8836" y="1573"/>
                  </a:lnTo>
                  <a:cubicBezTo>
                    <a:pt x="8850" y="1571"/>
                    <a:pt x="8864" y="1571"/>
                    <a:pt x="8877" y="1571"/>
                  </a:cubicBezTo>
                  <a:close/>
                  <a:moveTo>
                    <a:pt x="8877" y="2999"/>
                  </a:moveTo>
                  <a:cubicBezTo>
                    <a:pt x="9275" y="2999"/>
                    <a:pt x="9275" y="3647"/>
                    <a:pt x="8877" y="3647"/>
                  </a:cubicBezTo>
                  <a:cubicBezTo>
                    <a:pt x="8864" y="3647"/>
                    <a:pt x="8850" y="3646"/>
                    <a:pt x="8836" y="3645"/>
                  </a:cubicBezTo>
                  <a:lnTo>
                    <a:pt x="6121" y="3645"/>
                  </a:lnTo>
                  <a:cubicBezTo>
                    <a:pt x="5740" y="3597"/>
                    <a:pt x="5740" y="3025"/>
                    <a:pt x="6121" y="3002"/>
                  </a:cubicBezTo>
                  <a:lnTo>
                    <a:pt x="8836" y="3002"/>
                  </a:lnTo>
                  <a:cubicBezTo>
                    <a:pt x="8850" y="3000"/>
                    <a:pt x="8864" y="2999"/>
                    <a:pt x="8877" y="2999"/>
                  </a:cubicBezTo>
                  <a:close/>
                  <a:moveTo>
                    <a:pt x="8877" y="4428"/>
                  </a:moveTo>
                  <a:cubicBezTo>
                    <a:pt x="9275" y="4428"/>
                    <a:pt x="9275" y="5076"/>
                    <a:pt x="8877" y="5076"/>
                  </a:cubicBezTo>
                  <a:cubicBezTo>
                    <a:pt x="8864" y="5076"/>
                    <a:pt x="8850" y="5075"/>
                    <a:pt x="8836" y="5073"/>
                  </a:cubicBezTo>
                  <a:lnTo>
                    <a:pt x="6121" y="5073"/>
                  </a:lnTo>
                  <a:cubicBezTo>
                    <a:pt x="5740" y="5026"/>
                    <a:pt x="5740" y="4454"/>
                    <a:pt x="6121" y="4430"/>
                  </a:cubicBezTo>
                  <a:lnTo>
                    <a:pt x="8836" y="4430"/>
                  </a:lnTo>
                  <a:cubicBezTo>
                    <a:pt x="8850" y="4429"/>
                    <a:pt x="8864" y="4428"/>
                    <a:pt x="8877" y="4428"/>
                  </a:cubicBezTo>
                  <a:close/>
                  <a:moveTo>
                    <a:pt x="3096" y="1382"/>
                  </a:moveTo>
                  <a:cubicBezTo>
                    <a:pt x="4120" y="1382"/>
                    <a:pt x="4692" y="2501"/>
                    <a:pt x="4120" y="3335"/>
                  </a:cubicBezTo>
                  <a:cubicBezTo>
                    <a:pt x="4621" y="3549"/>
                    <a:pt x="4954" y="4049"/>
                    <a:pt x="4954" y="4597"/>
                  </a:cubicBezTo>
                  <a:lnTo>
                    <a:pt x="4954" y="4931"/>
                  </a:lnTo>
                  <a:cubicBezTo>
                    <a:pt x="4954" y="5121"/>
                    <a:pt x="4811" y="5264"/>
                    <a:pt x="4621" y="5264"/>
                  </a:cubicBezTo>
                  <a:lnTo>
                    <a:pt x="1572" y="5264"/>
                  </a:lnTo>
                  <a:cubicBezTo>
                    <a:pt x="1406" y="5264"/>
                    <a:pt x="1239" y="5121"/>
                    <a:pt x="1239" y="4931"/>
                  </a:cubicBezTo>
                  <a:lnTo>
                    <a:pt x="1239" y="4597"/>
                  </a:lnTo>
                  <a:cubicBezTo>
                    <a:pt x="1239" y="4049"/>
                    <a:pt x="1572" y="3549"/>
                    <a:pt x="2072" y="3335"/>
                  </a:cubicBezTo>
                  <a:cubicBezTo>
                    <a:pt x="1501" y="2501"/>
                    <a:pt x="2096" y="1382"/>
                    <a:pt x="3096" y="1382"/>
                  </a:cubicBezTo>
                  <a:close/>
                  <a:moveTo>
                    <a:pt x="358" y="1"/>
                  </a:moveTo>
                  <a:cubicBezTo>
                    <a:pt x="167" y="1"/>
                    <a:pt x="1" y="168"/>
                    <a:pt x="1" y="382"/>
                  </a:cubicBezTo>
                  <a:lnTo>
                    <a:pt x="1" y="5907"/>
                  </a:lnTo>
                  <a:cubicBezTo>
                    <a:pt x="1" y="6097"/>
                    <a:pt x="167" y="6264"/>
                    <a:pt x="358" y="6264"/>
                  </a:cubicBezTo>
                  <a:lnTo>
                    <a:pt x="10003" y="6264"/>
                  </a:lnTo>
                  <a:cubicBezTo>
                    <a:pt x="10193" y="6264"/>
                    <a:pt x="10360" y="6097"/>
                    <a:pt x="10360" y="5907"/>
                  </a:cubicBezTo>
                  <a:lnTo>
                    <a:pt x="10360" y="382"/>
                  </a:lnTo>
                  <a:cubicBezTo>
                    <a:pt x="10360" y="168"/>
                    <a:pt x="10193" y="1"/>
                    <a:pt x="10003" y="1"/>
                  </a:cubicBezTo>
                  <a:lnTo>
                    <a:pt x="6264" y="1"/>
                  </a:lnTo>
                  <a:cubicBezTo>
                    <a:pt x="6169" y="704"/>
                    <a:pt x="5615" y="1055"/>
                    <a:pt x="5064" y="1055"/>
                  </a:cubicBezTo>
                  <a:cubicBezTo>
                    <a:pt x="4513" y="1055"/>
                    <a:pt x="3966" y="704"/>
                    <a:pt x="3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6478490" y="2444251"/>
              <a:ext cx="84872" cy="25255"/>
            </a:xfrm>
            <a:custGeom>
              <a:avLst/>
              <a:gdLst/>
              <a:ahLst/>
              <a:cxnLst/>
              <a:rect l="l" t="t" r="r" b="b"/>
              <a:pathLst>
                <a:path w="2406" h="716" extrusionOk="0">
                  <a:moveTo>
                    <a:pt x="715" y="1"/>
                  </a:moveTo>
                  <a:cubicBezTo>
                    <a:pt x="310" y="1"/>
                    <a:pt x="1" y="310"/>
                    <a:pt x="1" y="715"/>
                  </a:cubicBezTo>
                  <a:lnTo>
                    <a:pt x="2406" y="715"/>
                  </a:lnTo>
                  <a:cubicBezTo>
                    <a:pt x="2406" y="310"/>
                    <a:pt x="2073" y="1"/>
                    <a:pt x="1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6632219" y="2172935"/>
              <a:ext cx="83214" cy="117634"/>
            </a:xfrm>
            <a:custGeom>
              <a:avLst/>
              <a:gdLst/>
              <a:ahLst/>
              <a:cxnLst/>
              <a:rect l="l" t="t" r="r" b="b"/>
              <a:pathLst>
                <a:path w="2359" h="3335" extrusionOk="0">
                  <a:moveTo>
                    <a:pt x="2022" y="1"/>
                  </a:moveTo>
                  <a:cubicBezTo>
                    <a:pt x="1870" y="1"/>
                    <a:pt x="1715" y="96"/>
                    <a:pt x="1692" y="286"/>
                  </a:cubicBezTo>
                  <a:cubicBezTo>
                    <a:pt x="1715" y="882"/>
                    <a:pt x="1501" y="1453"/>
                    <a:pt x="1096" y="1906"/>
                  </a:cubicBezTo>
                  <a:cubicBezTo>
                    <a:pt x="787" y="2215"/>
                    <a:pt x="429" y="2477"/>
                    <a:pt x="1" y="2644"/>
                  </a:cubicBezTo>
                  <a:lnTo>
                    <a:pt x="1" y="3335"/>
                  </a:lnTo>
                  <a:cubicBezTo>
                    <a:pt x="620" y="3144"/>
                    <a:pt x="1144" y="2787"/>
                    <a:pt x="1596" y="2334"/>
                  </a:cubicBezTo>
                  <a:cubicBezTo>
                    <a:pt x="2073" y="1763"/>
                    <a:pt x="2358" y="1049"/>
                    <a:pt x="2335" y="286"/>
                  </a:cubicBezTo>
                  <a:cubicBezTo>
                    <a:pt x="2323" y="96"/>
                    <a:pt x="2174" y="1"/>
                    <a:pt x="20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6570911" y="2236990"/>
              <a:ext cx="38661" cy="83843"/>
            </a:xfrm>
            <a:custGeom>
              <a:avLst/>
              <a:gdLst/>
              <a:ahLst/>
              <a:cxnLst/>
              <a:rect l="l" t="t" r="r" b="b"/>
              <a:pathLst>
                <a:path w="1096" h="2377" extrusionOk="0">
                  <a:moveTo>
                    <a:pt x="548" y="1"/>
                  </a:moveTo>
                  <a:cubicBezTo>
                    <a:pt x="286" y="1"/>
                    <a:pt x="24" y="173"/>
                    <a:pt x="0" y="518"/>
                  </a:cubicBezTo>
                  <a:lnTo>
                    <a:pt x="0" y="1804"/>
                  </a:lnTo>
                  <a:cubicBezTo>
                    <a:pt x="0" y="2114"/>
                    <a:pt x="238" y="2376"/>
                    <a:pt x="548" y="2376"/>
                  </a:cubicBezTo>
                  <a:cubicBezTo>
                    <a:pt x="858" y="2376"/>
                    <a:pt x="1096" y="2114"/>
                    <a:pt x="1096" y="1804"/>
                  </a:cubicBezTo>
                  <a:lnTo>
                    <a:pt x="1096" y="518"/>
                  </a:lnTo>
                  <a:cubicBezTo>
                    <a:pt x="1072" y="173"/>
                    <a:pt x="810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6491930" y="2378750"/>
              <a:ext cx="57181" cy="42010"/>
            </a:xfrm>
            <a:custGeom>
              <a:avLst/>
              <a:gdLst/>
              <a:ahLst/>
              <a:cxnLst/>
              <a:rect l="l" t="t" r="r" b="b"/>
              <a:pathLst>
                <a:path w="1621" h="1191" extrusionOk="0">
                  <a:moveTo>
                    <a:pt x="810" y="0"/>
                  </a:moveTo>
                  <a:cubicBezTo>
                    <a:pt x="48" y="0"/>
                    <a:pt x="1" y="1143"/>
                    <a:pt x="787" y="1191"/>
                  </a:cubicBezTo>
                  <a:lnTo>
                    <a:pt x="858" y="1191"/>
                  </a:lnTo>
                  <a:cubicBezTo>
                    <a:pt x="1620" y="1143"/>
                    <a:pt x="1573" y="0"/>
                    <a:pt x="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33"/>
          <p:cNvGrpSpPr/>
          <p:nvPr/>
        </p:nvGrpSpPr>
        <p:grpSpPr>
          <a:xfrm>
            <a:off x="4398015" y="2035591"/>
            <a:ext cx="347970" cy="346345"/>
            <a:chOff x="3983525" y="3495465"/>
            <a:chExt cx="367989" cy="366270"/>
          </a:xfrm>
        </p:grpSpPr>
        <p:sp>
          <p:nvSpPr>
            <p:cNvPr id="434" name="Google Shape;434;p33"/>
            <p:cNvSpPr/>
            <p:nvPr/>
          </p:nvSpPr>
          <p:spPr>
            <a:xfrm>
              <a:off x="4310312" y="3820536"/>
              <a:ext cx="41201" cy="41198"/>
            </a:xfrm>
            <a:custGeom>
              <a:avLst/>
              <a:gdLst/>
              <a:ahLst/>
              <a:cxnLst/>
              <a:rect l="l" t="t" r="r" b="b"/>
              <a:pathLst>
                <a:path w="1168" h="1168" extrusionOk="0">
                  <a:moveTo>
                    <a:pt x="1167" y="0"/>
                  </a:moveTo>
                  <a:lnTo>
                    <a:pt x="1" y="1167"/>
                  </a:lnTo>
                  <a:lnTo>
                    <a:pt x="834" y="1167"/>
                  </a:lnTo>
                  <a:cubicBezTo>
                    <a:pt x="1001" y="1167"/>
                    <a:pt x="1167" y="1000"/>
                    <a:pt x="1167" y="834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3983525" y="3495465"/>
              <a:ext cx="366296" cy="78975"/>
            </a:xfrm>
            <a:custGeom>
              <a:avLst/>
              <a:gdLst/>
              <a:ahLst/>
              <a:cxnLst/>
              <a:rect l="l" t="t" r="r" b="b"/>
              <a:pathLst>
                <a:path w="10384" h="2239" extrusionOk="0">
                  <a:moveTo>
                    <a:pt x="1596" y="0"/>
                  </a:moveTo>
                  <a:cubicBezTo>
                    <a:pt x="1430" y="0"/>
                    <a:pt x="1263" y="119"/>
                    <a:pt x="1263" y="310"/>
                  </a:cubicBezTo>
                  <a:lnTo>
                    <a:pt x="1263" y="905"/>
                  </a:lnTo>
                  <a:lnTo>
                    <a:pt x="358" y="905"/>
                  </a:lnTo>
                  <a:cubicBezTo>
                    <a:pt x="167" y="905"/>
                    <a:pt x="1" y="1048"/>
                    <a:pt x="25" y="1238"/>
                  </a:cubicBezTo>
                  <a:lnTo>
                    <a:pt x="25" y="2239"/>
                  </a:lnTo>
                  <a:lnTo>
                    <a:pt x="10384" y="2239"/>
                  </a:lnTo>
                  <a:lnTo>
                    <a:pt x="10384" y="1238"/>
                  </a:lnTo>
                  <a:cubicBezTo>
                    <a:pt x="10384" y="1048"/>
                    <a:pt x="10241" y="905"/>
                    <a:pt x="10050" y="905"/>
                  </a:cubicBezTo>
                  <a:lnTo>
                    <a:pt x="10098" y="929"/>
                  </a:lnTo>
                  <a:lnTo>
                    <a:pt x="9193" y="929"/>
                  </a:lnTo>
                  <a:lnTo>
                    <a:pt x="9193" y="333"/>
                  </a:lnTo>
                  <a:cubicBezTo>
                    <a:pt x="9217" y="167"/>
                    <a:pt x="9074" y="24"/>
                    <a:pt x="8907" y="24"/>
                  </a:cubicBezTo>
                  <a:cubicBezTo>
                    <a:pt x="8893" y="22"/>
                    <a:pt x="8879" y="21"/>
                    <a:pt x="8866" y="21"/>
                  </a:cubicBezTo>
                  <a:cubicBezTo>
                    <a:pt x="8697" y="21"/>
                    <a:pt x="8574" y="155"/>
                    <a:pt x="8574" y="310"/>
                  </a:cubicBezTo>
                  <a:lnTo>
                    <a:pt x="8574" y="929"/>
                  </a:lnTo>
                  <a:lnTo>
                    <a:pt x="7383" y="929"/>
                  </a:lnTo>
                  <a:lnTo>
                    <a:pt x="7383" y="333"/>
                  </a:lnTo>
                  <a:cubicBezTo>
                    <a:pt x="7383" y="167"/>
                    <a:pt x="7240" y="24"/>
                    <a:pt x="7074" y="24"/>
                  </a:cubicBezTo>
                  <a:cubicBezTo>
                    <a:pt x="7061" y="22"/>
                    <a:pt x="7049" y="21"/>
                    <a:pt x="7037" y="21"/>
                  </a:cubicBezTo>
                  <a:cubicBezTo>
                    <a:pt x="6887" y="21"/>
                    <a:pt x="6764" y="155"/>
                    <a:pt x="6764" y="310"/>
                  </a:cubicBezTo>
                  <a:lnTo>
                    <a:pt x="6764" y="929"/>
                  </a:lnTo>
                  <a:lnTo>
                    <a:pt x="5549" y="929"/>
                  </a:lnTo>
                  <a:lnTo>
                    <a:pt x="5549" y="333"/>
                  </a:lnTo>
                  <a:cubicBezTo>
                    <a:pt x="5549" y="167"/>
                    <a:pt x="5407" y="24"/>
                    <a:pt x="5240" y="24"/>
                  </a:cubicBezTo>
                  <a:cubicBezTo>
                    <a:pt x="5228" y="22"/>
                    <a:pt x="5215" y="21"/>
                    <a:pt x="5203" y="21"/>
                  </a:cubicBezTo>
                  <a:cubicBezTo>
                    <a:pt x="5053" y="21"/>
                    <a:pt x="4930" y="155"/>
                    <a:pt x="4930" y="310"/>
                  </a:cubicBezTo>
                  <a:lnTo>
                    <a:pt x="4930" y="929"/>
                  </a:lnTo>
                  <a:lnTo>
                    <a:pt x="3716" y="929"/>
                  </a:lnTo>
                  <a:lnTo>
                    <a:pt x="3716" y="333"/>
                  </a:lnTo>
                  <a:cubicBezTo>
                    <a:pt x="3716" y="167"/>
                    <a:pt x="3597" y="24"/>
                    <a:pt x="3430" y="24"/>
                  </a:cubicBezTo>
                  <a:cubicBezTo>
                    <a:pt x="3416" y="22"/>
                    <a:pt x="3402" y="21"/>
                    <a:pt x="3389" y="21"/>
                  </a:cubicBezTo>
                  <a:cubicBezTo>
                    <a:pt x="3219" y="21"/>
                    <a:pt x="3097" y="155"/>
                    <a:pt x="3097" y="310"/>
                  </a:cubicBezTo>
                  <a:lnTo>
                    <a:pt x="3097" y="905"/>
                  </a:lnTo>
                  <a:lnTo>
                    <a:pt x="1882" y="905"/>
                  </a:lnTo>
                  <a:lnTo>
                    <a:pt x="1882" y="310"/>
                  </a:lnTo>
                  <a:cubicBezTo>
                    <a:pt x="1906" y="143"/>
                    <a:pt x="1763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3"/>
            <p:cNvSpPr/>
            <p:nvPr/>
          </p:nvSpPr>
          <p:spPr>
            <a:xfrm>
              <a:off x="4287631" y="3797856"/>
              <a:ext cx="47092" cy="46560"/>
            </a:xfrm>
            <a:custGeom>
              <a:avLst/>
              <a:gdLst/>
              <a:ahLst/>
              <a:cxnLst/>
              <a:rect l="l" t="t" r="r" b="b"/>
              <a:pathLst>
                <a:path w="1335" h="1320" extrusionOk="0">
                  <a:moveTo>
                    <a:pt x="48" y="0"/>
                  </a:moveTo>
                  <a:cubicBezTo>
                    <a:pt x="24" y="0"/>
                    <a:pt x="1" y="0"/>
                    <a:pt x="1" y="24"/>
                  </a:cubicBezTo>
                  <a:lnTo>
                    <a:pt x="96" y="1286"/>
                  </a:lnTo>
                  <a:cubicBezTo>
                    <a:pt x="96" y="1303"/>
                    <a:pt x="120" y="1320"/>
                    <a:pt x="142" y="1320"/>
                  </a:cubicBezTo>
                  <a:cubicBezTo>
                    <a:pt x="151" y="1320"/>
                    <a:pt x="160" y="1317"/>
                    <a:pt x="167" y="1310"/>
                  </a:cubicBezTo>
                  <a:lnTo>
                    <a:pt x="1310" y="143"/>
                  </a:lnTo>
                  <a:cubicBezTo>
                    <a:pt x="1334" y="119"/>
                    <a:pt x="1310" y="96"/>
                    <a:pt x="1287" y="72"/>
                  </a:cubicBezTo>
                  <a:lnTo>
                    <a:pt x="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3"/>
            <p:cNvSpPr/>
            <p:nvPr/>
          </p:nvSpPr>
          <p:spPr>
            <a:xfrm>
              <a:off x="3985218" y="3600436"/>
              <a:ext cx="366296" cy="261299"/>
            </a:xfrm>
            <a:custGeom>
              <a:avLst/>
              <a:gdLst/>
              <a:ahLst/>
              <a:cxnLst/>
              <a:rect l="l" t="t" r="r" b="b"/>
              <a:pathLst>
                <a:path w="10384" h="7408" extrusionOk="0">
                  <a:moveTo>
                    <a:pt x="7335" y="1406"/>
                  </a:moveTo>
                  <a:cubicBezTo>
                    <a:pt x="7407" y="1406"/>
                    <a:pt x="7478" y="1430"/>
                    <a:pt x="7550" y="1477"/>
                  </a:cubicBezTo>
                  <a:cubicBezTo>
                    <a:pt x="7669" y="1549"/>
                    <a:pt x="7716" y="1716"/>
                    <a:pt x="7669" y="1858"/>
                  </a:cubicBezTo>
                  <a:lnTo>
                    <a:pt x="6645" y="5454"/>
                  </a:lnTo>
                  <a:cubicBezTo>
                    <a:pt x="6597" y="5597"/>
                    <a:pt x="6478" y="5693"/>
                    <a:pt x="6335" y="5693"/>
                  </a:cubicBezTo>
                  <a:lnTo>
                    <a:pt x="6216" y="5693"/>
                  </a:lnTo>
                  <a:cubicBezTo>
                    <a:pt x="6049" y="5645"/>
                    <a:pt x="5930" y="5454"/>
                    <a:pt x="6002" y="5264"/>
                  </a:cubicBezTo>
                  <a:lnTo>
                    <a:pt x="6883" y="2120"/>
                  </a:lnTo>
                  <a:lnTo>
                    <a:pt x="5430" y="2120"/>
                  </a:lnTo>
                  <a:cubicBezTo>
                    <a:pt x="5216" y="2120"/>
                    <a:pt x="5073" y="1930"/>
                    <a:pt x="5073" y="1739"/>
                  </a:cubicBezTo>
                  <a:cubicBezTo>
                    <a:pt x="5097" y="1549"/>
                    <a:pt x="5240" y="1430"/>
                    <a:pt x="5430" y="1430"/>
                  </a:cubicBezTo>
                  <a:lnTo>
                    <a:pt x="5430" y="1406"/>
                  </a:lnTo>
                  <a:close/>
                  <a:moveTo>
                    <a:pt x="3882" y="1406"/>
                  </a:moveTo>
                  <a:cubicBezTo>
                    <a:pt x="4073" y="1406"/>
                    <a:pt x="4215" y="1573"/>
                    <a:pt x="4215" y="1763"/>
                  </a:cubicBezTo>
                  <a:lnTo>
                    <a:pt x="4215" y="5335"/>
                  </a:lnTo>
                  <a:cubicBezTo>
                    <a:pt x="4239" y="5597"/>
                    <a:pt x="4061" y="5728"/>
                    <a:pt x="3882" y="5728"/>
                  </a:cubicBezTo>
                  <a:cubicBezTo>
                    <a:pt x="3703" y="5728"/>
                    <a:pt x="3525" y="5597"/>
                    <a:pt x="3549" y="5335"/>
                  </a:cubicBezTo>
                  <a:lnTo>
                    <a:pt x="3549" y="2097"/>
                  </a:lnTo>
                  <a:lnTo>
                    <a:pt x="3096" y="2097"/>
                  </a:lnTo>
                  <a:cubicBezTo>
                    <a:pt x="2906" y="2097"/>
                    <a:pt x="2739" y="1930"/>
                    <a:pt x="2763" y="1739"/>
                  </a:cubicBezTo>
                  <a:cubicBezTo>
                    <a:pt x="2763" y="1549"/>
                    <a:pt x="2906" y="1406"/>
                    <a:pt x="3096" y="1406"/>
                  </a:cubicBezTo>
                  <a:close/>
                  <a:moveTo>
                    <a:pt x="0" y="1"/>
                  </a:moveTo>
                  <a:lnTo>
                    <a:pt x="0" y="7074"/>
                  </a:lnTo>
                  <a:cubicBezTo>
                    <a:pt x="0" y="7240"/>
                    <a:pt x="167" y="7407"/>
                    <a:pt x="334" y="7407"/>
                  </a:cubicBezTo>
                  <a:lnTo>
                    <a:pt x="8002" y="7407"/>
                  </a:lnTo>
                  <a:lnTo>
                    <a:pt x="7859" y="5240"/>
                  </a:lnTo>
                  <a:cubicBezTo>
                    <a:pt x="7859" y="5039"/>
                    <a:pt x="8005" y="4881"/>
                    <a:pt x="8180" y="4881"/>
                  </a:cubicBezTo>
                  <a:cubicBezTo>
                    <a:pt x="8192" y="4881"/>
                    <a:pt x="8204" y="4881"/>
                    <a:pt x="8216" y="4883"/>
                  </a:cubicBezTo>
                  <a:lnTo>
                    <a:pt x="10383" y="5026"/>
                  </a:lnTo>
                  <a:lnTo>
                    <a:pt x="10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33"/>
          <p:cNvGrpSpPr/>
          <p:nvPr/>
        </p:nvGrpSpPr>
        <p:grpSpPr>
          <a:xfrm>
            <a:off x="1754766" y="1360518"/>
            <a:ext cx="369418" cy="330568"/>
            <a:chOff x="3131704" y="2849826"/>
            <a:chExt cx="390671" cy="349586"/>
          </a:xfrm>
        </p:grpSpPr>
        <p:sp>
          <p:nvSpPr>
            <p:cNvPr id="439" name="Google Shape;439;p33"/>
            <p:cNvSpPr/>
            <p:nvPr/>
          </p:nvSpPr>
          <p:spPr>
            <a:xfrm>
              <a:off x="3262751" y="3008481"/>
              <a:ext cx="259624" cy="190930"/>
            </a:xfrm>
            <a:custGeom>
              <a:avLst/>
              <a:gdLst/>
              <a:ahLst/>
              <a:cxnLst/>
              <a:rect l="l" t="t" r="r" b="b"/>
              <a:pathLst>
                <a:path w="7360" h="5413" extrusionOk="0">
                  <a:moveTo>
                    <a:pt x="4978" y="1"/>
                  </a:moveTo>
                  <a:cubicBezTo>
                    <a:pt x="4573" y="2073"/>
                    <a:pt x="2787" y="3573"/>
                    <a:pt x="668" y="3573"/>
                  </a:cubicBezTo>
                  <a:cubicBezTo>
                    <a:pt x="453" y="3573"/>
                    <a:pt x="215" y="3573"/>
                    <a:pt x="1" y="3525"/>
                  </a:cubicBezTo>
                  <a:lnTo>
                    <a:pt x="1" y="4145"/>
                  </a:lnTo>
                  <a:cubicBezTo>
                    <a:pt x="1" y="4264"/>
                    <a:pt x="96" y="4335"/>
                    <a:pt x="191" y="4335"/>
                  </a:cubicBezTo>
                  <a:lnTo>
                    <a:pt x="4573" y="4335"/>
                  </a:lnTo>
                  <a:cubicBezTo>
                    <a:pt x="4716" y="4335"/>
                    <a:pt x="4811" y="4407"/>
                    <a:pt x="4883" y="4502"/>
                  </a:cubicBezTo>
                  <a:lnTo>
                    <a:pt x="5359" y="5359"/>
                  </a:lnTo>
                  <a:cubicBezTo>
                    <a:pt x="5383" y="5395"/>
                    <a:pt x="5425" y="5413"/>
                    <a:pt x="5466" y="5413"/>
                  </a:cubicBezTo>
                  <a:cubicBezTo>
                    <a:pt x="5508" y="5413"/>
                    <a:pt x="5550" y="5395"/>
                    <a:pt x="5573" y="5359"/>
                  </a:cubicBezTo>
                  <a:lnTo>
                    <a:pt x="6050" y="4502"/>
                  </a:lnTo>
                  <a:cubicBezTo>
                    <a:pt x="6121" y="4407"/>
                    <a:pt x="6240" y="4335"/>
                    <a:pt x="6359" y="4335"/>
                  </a:cubicBezTo>
                  <a:lnTo>
                    <a:pt x="7169" y="4335"/>
                  </a:lnTo>
                  <a:cubicBezTo>
                    <a:pt x="7264" y="4335"/>
                    <a:pt x="7360" y="4264"/>
                    <a:pt x="7360" y="4145"/>
                  </a:cubicBezTo>
                  <a:lnTo>
                    <a:pt x="7360" y="191"/>
                  </a:lnTo>
                  <a:cubicBezTo>
                    <a:pt x="7360" y="72"/>
                    <a:pt x="7264" y="1"/>
                    <a:pt x="7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3"/>
            <p:cNvSpPr/>
            <p:nvPr/>
          </p:nvSpPr>
          <p:spPr>
            <a:xfrm>
              <a:off x="3131704" y="2849826"/>
              <a:ext cx="284810" cy="260946"/>
            </a:xfrm>
            <a:custGeom>
              <a:avLst/>
              <a:gdLst/>
              <a:ahLst/>
              <a:cxnLst/>
              <a:rect l="l" t="t" r="r" b="b"/>
              <a:pathLst>
                <a:path w="8074" h="7398" extrusionOk="0">
                  <a:moveTo>
                    <a:pt x="2350" y="2616"/>
                  </a:moveTo>
                  <a:cubicBezTo>
                    <a:pt x="2361" y="2616"/>
                    <a:pt x="2371" y="2616"/>
                    <a:pt x="2382" y="2618"/>
                  </a:cubicBezTo>
                  <a:lnTo>
                    <a:pt x="6359" y="2618"/>
                  </a:lnTo>
                  <a:cubicBezTo>
                    <a:pt x="6526" y="2618"/>
                    <a:pt x="6669" y="2737"/>
                    <a:pt x="6693" y="2927"/>
                  </a:cubicBezTo>
                  <a:cubicBezTo>
                    <a:pt x="6716" y="3118"/>
                    <a:pt x="6550" y="3284"/>
                    <a:pt x="6359" y="3284"/>
                  </a:cubicBezTo>
                  <a:lnTo>
                    <a:pt x="2406" y="3284"/>
                  </a:lnTo>
                  <a:cubicBezTo>
                    <a:pt x="2216" y="3284"/>
                    <a:pt x="2073" y="3165"/>
                    <a:pt x="2049" y="2999"/>
                  </a:cubicBezTo>
                  <a:cubicBezTo>
                    <a:pt x="2026" y="2796"/>
                    <a:pt x="2173" y="2616"/>
                    <a:pt x="2350" y="2616"/>
                  </a:cubicBezTo>
                  <a:close/>
                  <a:moveTo>
                    <a:pt x="6359" y="4094"/>
                  </a:moveTo>
                  <a:cubicBezTo>
                    <a:pt x="6526" y="4094"/>
                    <a:pt x="6669" y="4237"/>
                    <a:pt x="6693" y="4404"/>
                  </a:cubicBezTo>
                  <a:cubicBezTo>
                    <a:pt x="6716" y="4618"/>
                    <a:pt x="6550" y="4785"/>
                    <a:pt x="6359" y="4785"/>
                  </a:cubicBezTo>
                  <a:lnTo>
                    <a:pt x="2406" y="4785"/>
                  </a:lnTo>
                  <a:cubicBezTo>
                    <a:pt x="2216" y="4785"/>
                    <a:pt x="2073" y="4642"/>
                    <a:pt x="2049" y="4475"/>
                  </a:cubicBezTo>
                  <a:cubicBezTo>
                    <a:pt x="2025" y="4261"/>
                    <a:pt x="2192" y="4094"/>
                    <a:pt x="2382" y="4094"/>
                  </a:cubicBezTo>
                  <a:close/>
                  <a:moveTo>
                    <a:pt x="4389" y="1"/>
                  </a:moveTo>
                  <a:cubicBezTo>
                    <a:pt x="4090" y="1"/>
                    <a:pt x="3784" y="38"/>
                    <a:pt x="3478" y="117"/>
                  </a:cubicBezTo>
                  <a:cubicBezTo>
                    <a:pt x="1144" y="689"/>
                    <a:pt x="1" y="3308"/>
                    <a:pt x="1120" y="5428"/>
                  </a:cubicBezTo>
                  <a:cubicBezTo>
                    <a:pt x="1144" y="5499"/>
                    <a:pt x="1168" y="5571"/>
                    <a:pt x="1168" y="5642"/>
                  </a:cubicBezTo>
                  <a:lnTo>
                    <a:pt x="953" y="6904"/>
                  </a:lnTo>
                  <a:cubicBezTo>
                    <a:pt x="933" y="6966"/>
                    <a:pt x="984" y="7028"/>
                    <a:pt x="1044" y="7028"/>
                  </a:cubicBezTo>
                  <a:cubicBezTo>
                    <a:pt x="1053" y="7028"/>
                    <a:pt x="1063" y="7026"/>
                    <a:pt x="1072" y="7023"/>
                  </a:cubicBezTo>
                  <a:lnTo>
                    <a:pt x="2073" y="6737"/>
                  </a:lnTo>
                  <a:lnTo>
                    <a:pt x="2168" y="6737"/>
                  </a:lnTo>
                  <a:cubicBezTo>
                    <a:pt x="2239" y="6737"/>
                    <a:pt x="2287" y="6761"/>
                    <a:pt x="2358" y="6785"/>
                  </a:cubicBezTo>
                  <a:cubicBezTo>
                    <a:pt x="2997" y="7207"/>
                    <a:pt x="3690" y="7397"/>
                    <a:pt x="4366" y="7397"/>
                  </a:cubicBezTo>
                  <a:cubicBezTo>
                    <a:pt x="6289" y="7397"/>
                    <a:pt x="8074" y="5856"/>
                    <a:pt x="8074" y="3689"/>
                  </a:cubicBezTo>
                  <a:cubicBezTo>
                    <a:pt x="8053" y="1603"/>
                    <a:pt x="6349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>
            <a:spLocks noGrp="1"/>
          </p:cNvSpPr>
          <p:nvPr>
            <p:ph type="subTitle" idx="4"/>
          </p:nvPr>
        </p:nvSpPr>
        <p:spPr>
          <a:xfrm>
            <a:off x="1620251" y="3352100"/>
            <a:ext cx="28209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hlinkClick r:id="rId3" action="ppaction://hlinkfile"/>
              </a:rPr>
              <a:t>invoice_INV-0002.pdf</a:t>
            </a:r>
            <a:endParaRPr dirty="0"/>
          </a:p>
        </p:txBody>
      </p:sp>
      <p:sp>
        <p:nvSpPr>
          <p:cNvPr id="453" name="Google Shape;45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Screenshots</a:t>
            </a:r>
            <a:endParaRPr dirty="0"/>
          </a:p>
        </p:txBody>
      </p:sp>
      <p:sp>
        <p:nvSpPr>
          <p:cNvPr id="454" name="Google Shape;454;p34"/>
          <p:cNvSpPr txBox="1">
            <a:spLocks noGrp="1"/>
          </p:cNvSpPr>
          <p:nvPr>
            <p:ph type="subTitle" idx="1"/>
          </p:nvPr>
        </p:nvSpPr>
        <p:spPr>
          <a:xfrm>
            <a:off x="1620250" y="1306475"/>
            <a:ext cx="28209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GUI </a:t>
            </a:r>
            <a:endParaRPr dirty="0"/>
          </a:p>
        </p:txBody>
      </p:sp>
      <p:sp>
        <p:nvSpPr>
          <p:cNvPr id="455" name="Google Shape;455;p34"/>
          <p:cNvSpPr txBox="1">
            <a:spLocks noGrp="1"/>
          </p:cNvSpPr>
          <p:nvPr>
            <p:ph type="subTitle" idx="6"/>
          </p:nvPr>
        </p:nvSpPr>
        <p:spPr>
          <a:xfrm>
            <a:off x="1620250" y="2902400"/>
            <a:ext cx="28209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Sample Invoice PDF</a:t>
            </a:r>
            <a:endParaRPr dirty="0"/>
          </a:p>
        </p:txBody>
      </p:sp>
      <p:sp>
        <p:nvSpPr>
          <p:cNvPr id="456" name="Google Shape;456;p34"/>
          <p:cNvSpPr txBox="1">
            <a:spLocks noGrp="1"/>
          </p:cNvSpPr>
          <p:nvPr>
            <p:ph type="subTitle" idx="7"/>
          </p:nvPr>
        </p:nvSpPr>
        <p:spPr>
          <a:xfrm>
            <a:off x="5504888" y="1306475"/>
            <a:ext cx="2820900" cy="52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CSV input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458" name="Google Shape;458;p34"/>
          <p:cNvGrpSpPr/>
          <p:nvPr/>
        </p:nvGrpSpPr>
        <p:grpSpPr>
          <a:xfrm>
            <a:off x="1122273" y="1491189"/>
            <a:ext cx="345569" cy="346345"/>
            <a:chOff x="7236233" y="3530737"/>
            <a:chExt cx="365449" cy="366270"/>
          </a:xfrm>
        </p:grpSpPr>
        <p:sp>
          <p:nvSpPr>
            <p:cNvPr id="459" name="Google Shape;459;p34"/>
            <p:cNvSpPr/>
            <p:nvPr/>
          </p:nvSpPr>
          <p:spPr>
            <a:xfrm>
              <a:off x="7319411" y="3831436"/>
              <a:ext cx="198281" cy="65572"/>
            </a:xfrm>
            <a:custGeom>
              <a:avLst/>
              <a:gdLst/>
              <a:ahLst/>
              <a:cxnLst/>
              <a:rect l="l" t="t" r="r" b="b"/>
              <a:pathLst>
                <a:path w="5621" h="1859" extrusionOk="0">
                  <a:moveTo>
                    <a:pt x="1405" y="1"/>
                  </a:moveTo>
                  <a:lnTo>
                    <a:pt x="1191" y="1239"/>
                  </a:lnTo>
                  <a:lnTo>
                    <a:pt x="405" y="1239"/>
                  </a:lnTo>
                  <a:cubicBezTo>
                    <a:pt x="0" y="1239"/>
                    <a:pt x="0" y="1858"/>
                    <a:pt x="405" y="1858"/>
                  </a:cubicBezTo>
                  <a:lnTo>
                    <a:pt x="5215" y="1858"/>
                  </a:lnTo>
                  <a:cubicBezTo>
                    <a:pt x="5620" y="1858"/>
                    <a:pt x="5620" y="1239"/>
                    <a:pt x="5215" y="1239"/>
                  </a:cubicBezTo>
                  <a:lnTo>
                    <a:pt x="4406" y="1239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7390808" y="3624809"/>
              <a:ext cx="49597" cy="15978"/>
            </a:xfrm>
            <a:custGeom>
              <a:avLst/>
              <a:gdLst/>
              <a:ahLst/>
              <a:cxnLst/>
              <a:rect l="l" t="t" r="r" b="b"/>
              <a:pathLst>
                <a:path w="1406" h="453" extrusionOk="0">
                  <a:moveTo>
                    <a:pt x="0" y="1"/>
                  </a:moveTo>
                  <a:lnTo>
                    <a:pt x="119" y="453"/>
                  </a:lnTo>
                  <a:lnTo>
                    <a:pt x="1310" y="45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7236233" y="3530737"/>
              <a:ext cx="365449" cy="194069"/>
            </a:xfrm>
            <a:custGeom>
              <a:avLst/>
              <a:gdLst/>
              <a:ahLst/>
              <a:cxnLst/>
              <a:rect l="l" t="t" r="r" b="b"/>
              <a:pathLst>
                <a:path w="10360" h="5502" extrusionOk="0">
                  <a:moveTo>
                    <a:pt x="3339" y="1403"/>
                  </a:moveTo>
                  <a:cubicBezTo>
                    <a:pt x="3353" y="1403"/>
                    <a:pt x="3367" y="1404"/>
                    <a:pt x="3382" y="1405"/>
                  </a:cubicBezTo>
                  <a:lnTo>
                    <a:pt x="3382" y="1429"/>
                  </a:lnTo>
                  <a:lnTo>
                    <a:pt x="3787" y="1429"/>
                  </a:lnTo>
                  <a:cubicBezTo>
                    <a:pt x="3930" y="1429"/>
                    <a:pt x="4049" y="1524"/>
                    <a:pt x="4096" y="1643"/>
                  </a:cubicBezTo>
                  <a:lnTo>
                    <a:pt x="4192" y="2001"/>
                  </a:lnTo>
                  <a:lnTo>
                    <a:pt x="6073" y="2001"/>
                  </a:lnTo>
                  <a:cubicBezTo>
                    <a:pt x="6192" y="2001"/>
                    <a:pt x="6311" y="2072"/>
                    <a:pt x="6383" y="2167"/>
                  </a:cubicBezTo>
                  <a:cubicBezTo>
                    <a:pt x="6478" y="2263"/>
                    <a:pt x="6502" y="2382"/>
                    <a:pt x="6478" y="2501"/>
                  </a:cubicBezTo>
                  <a:lnTo>
                    <a:pt x="6264" y="3406"/>
                  </a:lnTo>
                  <a:cubicBezTo>
                    <a:pt x="6216" y="3596"/>
                    <a:pt x="6025" y="3739"/>
                    <a:pt x="5811" y="3739"/>
                  </a:cubicBezTo>
                  <a:lnTo>
                    <a:pt x="4358" y="3739"/>
                  </a:lnTo>
                  <a:cubicBezTo>
                    <a:pt x="4144" y="3739"/>
                    <a:pt x="3977" y="3596"/>
                    <a:pt x="3930" y="3406"/>
                  </a:cubicBezTo>
                  <a:lnTo>
                    <a:pt x="3549" y="2048"/>
                  </a:lnTo>
                  <a:lnTo>
                    <a:pt x="3382" y="2048"/>
                  </a:lnTo>
                  <a:cubicBezTo>
                    <a:pt x="3367" y="2050"/>
                    <a:pt x="3353" y="2051"/>
                    <a:pt x="3339" y="2051"/>
                  </a:cubicBezTo>
                  <a:cubicBezTo>
                    <a:pt x="2920" y="2051"/>
                    <a:pt x="2920" y="1403"/>
                    <a:pt x="3339" y="1403"/>
                  </a:cubicBezTo>
                  <a:close/>
                  <a:moveTo>
                    <a:pt x="4491" y="3890"/>
                  </a:moveTo>
                  <a:cubicBezTo>
                    <a:pt x="4643" y="3890"/>
                    <a:pt x="4787" y="4013"/>
                    <a:pt x="4787" y="4192"/>
                  </a:cubicBezTo>
                  <a:cubicBezTo>
                    <a:pt x="4787" y="4358"/>
                    <a:pt x="4644" y="4477"/>
                    <a:pt x="4478" y="4477"/>
                  </a:cubicBezTo>
                  <a:cubicBezTo>
                    <a:pt x="4216" y="4454"/>
                    <a:pt x="4096" y="4144"/>
                    <a:pt x="4287" y="3977"/>
                  </a:cubicBezTo>
                  <a:cubicBezTo>
                    <a:pt x="4348" y="3917"/>
                    <a:pt x="4420" y="3890"/>
                    <a:pt x="4491" y="3890"/>
                  </a:cubicBezTo>
                  <a:close/>
                  <a:moveTo>
                    <a:pt x="5777" y="3890"/>
                  </a:moveTo>
                  <a:cubicBezTo>
                    <a:pt x="5929" y="3890"/>
                    <a:pt x="6073" y="4013"/>
                    <a:pt x="6073" y="4192"/>
                  </a:cubicBezTo>
                  <a:cubicBezTo>
                    <a:pt x="6049" y="4358"/>
                    <a:pt x="5906" y="4477"/>
                    <a:pt x="5740" y="4477"/>
                  </a:cubicBezTo>
                  <a:cubicBezTo>
                    <a:pt x="5478" y="4454"/>
                    <a:pt x="5382" y="4144"/>
                    <a:pt x="5573" y="3977"/>
                  </a:cubicBezTo>
                  <a:cubicBezTo>
                    <a:pt x="5634" y="3917"/>
                    <a:pt x="5706" y="3890"/>
                    <a:pt x="5777" y="3890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691"/>
                  </a:cubicBezTo>
                  <a:lnTo>
                    <a:pt x="0" y="5501"/>
                  </a:lnTo>
                  <a:lnTo>
                    <a:pt x="10360" y="5501"/>
                  </a:lnTo>
                  <a:lnTo>
                    <a:pt x="10360" y="691"/>
                  </a:lnTo>
                  <a:cubicBezTo>
                    <a:pt x="10360" y="310"/>
                    <a:pt x="10050" y="0"/>
                    <a:pt x="9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7236233" y="3746605"/>
              <a:ext cx="365449" cy="65572"/>
            </a:xfrm>
            <a:custGeom>
              <a:avLst/>
              <a:gdLst/>
              <a:ahLst/>
              <a:cxnLst/>
              <a:rect l="l" t="t" r="r" b="b"/>
              <a:pathLst>
                <a:path w="10360" h="1859" extrusionOk="0">
                  <a:moveTo>
                    <a:pt x="0" y="1"/>
                  </a:moveTo>
                  <a:lnTo>
                    <a:pt x="0" y="1167"/>
                  </a:lnTo>
                  <a:cubicBezTo>
                    <a:pt x="0" y="1549"/>
                    <a:pt x="310" y="1858"/>
                    <a:pt x="691" y="1858"/>
                  </a:cubicBezTo>
                  <a:lnTo>
                    <a:pt x="9669" y="1858"/>
                  </a:lnTo>
                  <a:cubicBezTo>
                    <a:pt x="10050" y="1858"/>
                    <a:pt x="10360" y="1549"/>
                    <a:pt x="10360" y="1167"/>
                  </a:cubicBezTo>
                  <a:lnTo>
                    <a:pt x="103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34"/>
          <p:cNvGrpSpPr/>
          <p:nvPr/>
        </p:nvGrpSpPr>
        <p:grpSpPr>
          <a:xfrm>
            <a:off x="1122276" y="3087506"/>
            <a:ext cx="345569" cy="345577"/>
            <a:chOff x="6438171" y="4205829"/>
            <a:chExt cx="365449" cy="365458"/>
          </a:xfrm>
        </p:grpSpPr>
        <p:sp>
          <p:nvSpPr>
            <p:cNvPr id="464" name="Google Shape;464;p34"/>
            <p:cNvSpPr/>
            <p:nvPr/>
          </p:nvSpPr>
          <p:spPr>
            <a:xfrm>
              <a:off x="6576802" y="4248685"/>
              <a:ext cx="89069" cy="127722"/>
            </a:xfrm>
            <a:custGeom>
              <a:avLst/>
              <a:gdLst/>
              <a:ahLst/>
              <a:cxnLst/>
              <a:rect l="l" t="t" r="r" b="b"/>
              <a:pathLst>
                <a:path w="2525" h="3621" extrusionOk="0">
                  <a:moveTo>
                    <a:pt x="1262" y="0"/>
                  </a:moveTo>
                  <a:cubicBezTo>
                    <a:pt x="429" y="953"/>
                    <a:pt x="119" y="1929"/>
                    <a:pt x="0" y="3620"/>
                  </a:cubicBezTo>
                  <a:lnTo>
                    <a:pt x="2524" y="3620"/>
                  </a:lnTo>
                  <a:cubicBezTo>
                    <a:pt x="2501" y="2596"/>
                    <a:pt x="2239" y="1572"/>
                    <a:pt x="1762" y="667"/>
                  </a:cubicBezTo>
                  <a:cubicBezTo>
                    <a:pt x="1619" y="429"/>
                    <a:pt x="1453" y="191"/>
                    <a:pt x="1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6576802" y="4400710"/>
              <a:ext cx="88223" cy="128568"/>
            </a:xfrm>
            <a:custGeom>
              <a:avLst/>
              <a:gdLst/>
              <a:ahLst/>
              <a:cxnLst/>
              <a:rect l="l" t="t" r="r" b="b"/>
              <a:pathLst>
                <a:path w="2501" h="3645" extrusionOk="0">
                  <a:moveTo>
                    <a:pt x="0" y="1"/>
                  </a:moveTo>
                  <a:cubicBezTo>
                    <a:pt x="95" y="1977"/>
                    <a:pt x="691" y="3025"/>
                    <a:pt x="1262" y="3644"/>
                  </a:cubicBezTo>
                  <a:cubicBezTo>
                    <a:pt x="2096" y="2692"/>
                    <a:pt x="2405" y="1716"/>
                    <a:pt x="2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6641461" y="4234400"/>
              <a:ext cx="135280" cy="142007"/>
            </a:xfrm>
            <a:custGeom>
              <a:avLst/>
              <a:gdLst/>
              <a:ahLst/>
              <a:cxnLst/>
              <a:rect l="l" t="t" r="r" b="b"/>
              <a:pathLst>
                <a:path w="3835" h="4026" extrusionOk="0">
                  <a:moveTo>
                    <a:pt x="1" y="1"/>
                  </a:moveTo>
                  <a:lnTo>
                    <a:pt x="1" y="1"/>
                  </a:lnTo>
                  <a:cubicBezTo>
                    <a:pt x="477" y="525"/>
                    <a:pt x="1287" y="1763"/>
                    <a:pt x="1358" y="4025"/>
                  </a:cubicBezTo>
                  <a:lnTo>
                    <a:pt x="3835" y="4025"/>
                  </a:lnTo>
                  <a:cubicBezTo>
                    <a:pt x="3668" y="1953"/>
                    <a:pt x="2073" y="26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6464204" y="4400710"/>
              <a:ext cx="138666" cy="144511"/>
            </a:xfrm>
            <a:custGeom>
              <a:avLst/>
              <a:gdLst/>
              <a:ahLst/>
              <a:cxnLst/>
              <a:rect l="l" t="t" r="r" b="b"/>
              <a:pathLst>
                <a:path w="3931" h="4097" extrusionOk="0">
                  <a:moveTo>
                    <a:pt x="1" y="1"/>
                  </a:moveTo>
                  <a:cubicBezTo>
                    <a:pt x="168" y="2120"/>
                    <a:pt x="1811" y="3835"/>
                    <a:pt x="3930" y="4097"/>
                  </a:cubicBezTo>
                  <a:cubicBezTo>
                    <a:pt x="3430" y="3573"/>
                    <a:pt x="2597" y="2335"/>
                    <a:pt x="2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6452457" y="4205829"/>
              <a:ext cx="61343" cy="44584"/>
            </a:xfrm>
            <a:custGeom>
              <a:avLst/>
              <a:gdLst/>
              <a:ahLst/>
              <a:cxnLst/>
              <a:rect l="l" t="t" r="r" b="b"/>
              <a:pathLst>
                <a:path w="1739" h="1264" extrusionOk="0">
                  <a:moveTo>
                    <a:pt x="882" y="1"/>
                  </a:moveTo>
                  <a:cubicBezTo>
                    <a:pt x="72" y="1"/>
                    <a:pt x="0" y="1215"/>
                    <a:pt x="834" y="1263"/>
                  </a:cubicBezTo>
                  <a:lnTo>
                    <a:pt x="929" y="1263"/>
                  </a:lnTo>
                  <a:cubicBezTo>
                    <a:pt x="1739" y="1215"/>
                    <a:pt x="1691" y="1"/>
                    <a:pt x="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6438171" y="4274716"/>
              <a:ext cx="90763" cy="27759"/>
            </a:xfrm>
            <a:custGeom>
              <a:avLst/>
              <a:gdLst/>
              <a:ahLst/>
              <a:cxnLst/>
              <a:rect l="l" t="t" r="r" b="b"/>
              <a:pathLst>
                <a:path w="2573" h="787" extrusionOk="0">
                  <a:moveTo>
                    <a:pt x="787" y="1"/>
                  </a:moveTo>
                  <a:cubicBezTo>
                    <a:pt x="358" y="1"/>
                    <a:pt x="1" y="358"/>
                    <a:pt x="24" y="787"/>
                  </a:cubicBezTo>
                  <a:lnTo>
                    <a:pt x="2573" y="787"/>
                  </a:lnTo>
                  <a:cubicBezTo>
                    <a:pt x="2573" y="358"/>
                    <a:pt x="2215" y="1"/>
                    <a:pt x="1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6464204" y="4234400"/>
              <a:ext cx="136973" cy="142854"/>
            </a:xfrm>
            <a:custGeom>
              <a:avLst/>
              <a:gdLst/>
              <a:ahLst/>
              <a:cxnLst/>
              <a:rect l="l" t="t" r="r" b="b"/>
              <a:pathLst>
                <a:path w="3883" h="4050" extrusionOk="0">
                  <a:moveTo>
                    <a:pt x="1906" y="739"/>
                  </a:moveTo>
                  <a:lnTo>
                    <a:pt x="1906" y="763"/>
                  </a:lnTo>
                  <a:cubicBezTo>
                    <a:pt x="1911" y="759"/>
                    <a:pt x="1917" y="755"/>
                    <a:pt x="1922" y="751"/>
                  </a:cubicBezTo>
                  <a:lnTo>
                    <a:pt x="1922" y="751"/>
                  </a:lnTo>
                  <a:cubicBezTo>
                    <a:pt x="1917" y="747"/>
                    <a:pt x="1911" y="743"/>
                    <a:pt x="1906" y="739"/>
                  </a:cubicBezTo>
                  <a:close/>
                  <a:moveTo>
                    <a:pt x="3883" y="1"/>
                  </a:moveTo>
                  <a:cubicBezTo>
                    <a:pt x="3175" y="95"/>
                    <a:pt x="2513" y="330"/>
                    <a:pt x="1922" y="751"/>
                  </a:cubicBezTo>
                  <a:lnTo>
                    <a:pt x="1922" y="751"/>
                  </a:lnTo>
                  <a:cubicBezTo>
                    <a:pt x="2293" y="1037"/>
                    <a:pt x="2501" y="1460"/>
                    <a:pt x="2501" y="1930"/>
                  </a:cubicBezTo>
                  <a:lnTo>
                    <a:pt x="2501" y="2287"/>
                  </a:lnTo>
                  <a:cubicBezTo>
                    <a:pt x="2501" y="2477"/>
                    <a:pt x="2359" y="2620"/>
                    <a:pt x="2168" y="2620"/>
                  </a:cubicBezTo>
                  <a:lnTo>
                    <a:pt x="358" y="2620"/>
                  </a:lnTo>
                  <a:cubicBezTo>
                    <a:pt x="168" y="3073"/>
                    <a:pt x="49" y="3549"/>
                    <a:pt x="1" y="4049"/>
                  </a:cubicBezTo>
                  <a:lnTo>
                    <a:pt x="2501" y="4049"/>
                  </a:lnTo>
                  <a:cubicBezTo>
                    <a:pt x="2573" y="1763"/>
                    <a:pt x="3406" y="525"/>
                    <a:pt x="3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6735539" y="4474394"/>
              <a:ext cx="52983" cy="44796"/>
            </a:xfrm>
            <a:custGeom>
              <a:avLst/>
              <a:gdLst/>
              <a:ahLst/>
              <a:cxnLst/>
              <a:rect l="l" t="t" r="r" b="b"/>
              <a:pathLst>
                <a:path w="1502" h="1270" extrusionOk="0">
                  <a:moveTo>
                    <a:pt x="656" y="1"/>
                  </a:moveTo>
                  <a:cubicBezTo>
                    <a:pt x="327" y="1"/>
                    <a:pt x="25" y="258"/>
                    <a:pt x="25" y="651"/>
                  </a:cubicBezTo>
                  <a:lnTo>
                    <a:pt x="1" y="651"/>
                  </a:lnTo>
                  <a:cubicBezTo>
                    <a:pt x="1" y="984"/>
                    <a:pt x="263" y="1246"/>
                    <a:pt x="596" y="1270"/>
                  </a:cubicBezTo>
                  <a:lnTo>
                    <a:pt x="692" y="1270"/>
                  </a:lnTo>
                  <a:cubicBezTo>
                    <a:pt x="1239" y="1246"/>
                    <a:pt x="1501" y="555"/>
                    <a:pt x="1096" y="174"/>
                  </a:cubicBezTo>
                  <a:cubicBezTo>
                    <a:pt x="962" y="55"/>
                    <a:pt x="806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6712857" y="4543528"/>
              <a:ext cx="90763" cy="27759"/>
            </a:xfrm>
            <a:custGeom>
              <a:avLst/>
              <a:gdLst/>
              <a:ahLst/>
              <a:cxnLst/>
              <a:rect l="l" t="t" r="r" b="b"/>
              <a:pathLst>
                <a:path w="2573" h="787" extrusionOk="0">
                  <a:moveTo>
                    <a:pt x="763" y="0"/>
                  </a:moveTo>
                  <a:cubicBezTo>
                    <a:pt x="334" y="0"/>
                    <a:pt x="1" y="358"/>
                    <a:pt x="1" y="786"/>
                  </a:cubicBezTo>
                  <a:lnTo>
                    <a:pt x="2573" y="786"/>
                  </a:lnTo>
                  <a:cubicBezTo>
                    <a:pt x="2573" y="358"/>
                    <a:pt x="2216" y="0"/>
                    <a:pt x="1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6639803" y="4400710"/>
              <a:ext cx="136938" cy="143700"/>
            </a:xfrm>
            <a:custGeom>
              <a:avLst/>
              <a:gdLst/>
              <a:ahLst/>
              <a:cxnLst/>
              <a:rect l="l" t="t" r="r" b="b"/>
              <a:pathLst>
                <a:path w="3882" h="4074" extrusionOk="0">
                  <a:moveTo>
                    <a:pt x="1405" y="1"/>
                  </a:moveTo>
                  <a:cubicBezTo>
                    <a:pt x="1334" y="2311"/>
                    <a:pt x="476" y="3573"/>
                    <a:pt x="0" y="4073"/>
                  </a:cubicBezTo>
                  <a:cubicBezTo>
                    <a:pt x="786" y="3978"/>
                    <a:pt x="1500" y="3668"/>
                    <a:pt x="2120" y="3216"/>
                  </a:cubicBezTo>
                  <a:cubicBezTo>
                    <a:pt x="2050" y="3053"/>
                    <a:pt x="2026" y="2891"/>
                    <a:pt x="2024" y="2728"/>
                  </a:cubicBezTo>
                  <a:lnTo>
                    <a:pt x="2024" y="2728"/>
                  </a:lnTo>
                  <a:cubicBezTo>
                    <a:pt x="2030" y="1995"/>
                    <a:pt x="2623" y="1406"/>
                    <a:pt x="3358" y="1406"/>
                  </a:cubicBezTo>
                  <a:lnTo>
                    <a:pt x="3548" y="1406"/>
                  </a:lnTo>
                  <a:cubicBezTo>
                    <a:pt x="3739" y="953"/>
                    <a:pt x="3858" y="477"/>
                    <a:pt x="3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4"/>
          <p:cNvGrpSpPr/>
          <p:nvPr/>
        </p:nvGrpSpPr>
        <p:grpSpPr>
          <a:xfrm>
            <a:off x="5006536" y="1500718"/>
            <a:ext cx="345569" cy="327300"/>
            <a:chOff x="2337029" y="3523154"/>
            <a:chExt cx="365449" cy="346129"/>
          </a:xfrm>
        </p:grpSpPr>
        <p:sp>
          <p:nvSpPr>
            <p:cNvPr id="475" name="Google Shape;475;p34"/>
            <p:cNvSpPr/>
            <p:nvPr/>
          </p:nvSpPr>
          <p:spPr>
            <a:xfrm>
              <a:off x="2657926" y="3523154"/>
              <a:ext cx="44552" cy="307682"/>
            </a:xfrm>
            <a:custGeom>
              <a:avLst/>
              <a:gdLst/>
              <a:ahLst/>
              <a:cxnLst/>
              <a:rect l="l" t="t" r="r" b="b"/>
              <a:pathLst>
                <a:path w="1263" h="8723" extrusionOk="0">
                  <a:moveTo>
                    <a:pt x="620" y="1"/>
                  </a:moveTo>
                  <a:cubicBezTo>
                    <a:pt x="286" y="1"/>
                    <a:pt x="0" y="287"/>
                    <a:pt x="0" y="620"/>
                  </a:cubicBezTo>
                  <a:lnTo>
                    <a:pt x="0" y="8098"/>
                  </a:lnTo>
                  <a:cubicBezTo>
                    <a:pt x="0" y="8515"/>
                    <a:pt x="316" y="8723"/>
                    <a:pt x="632" y="8723"/>
                  </a:cubicBezTo>
                  <a:cubicBezTo>
                    <a:pt x="947" y="8723"/>
                    <a:pt x="1263" y="8515"/>
                    <a:pt x="1263" y="8098"/>
                  </a:cubicBezTo>
                  <a:lnTo>
                    <a:pt x="1263" y="620"/>
                  </a:lnTo>
                  <a:cubicBezTo>
                    <a:pt x="1263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2492415" y="3561813"/>
              <a:ext cx="141171" cy="226837"/>
            </a:xfrm>
            <a:custGeom>
              <a:avLst/>
              <a:gdLst/>
              <a:ahLst/>
              <a:cxnLst/>
              <a:rect l="l" t="t" r="r" b="b"/>
              <a:pathLst>
                <a:path w="4002" h="6431" extrusionOk="0">
                  <a:moveTo>
                    <a:pt x="4002" y="0"/>
                  </a:moveTo>
                  <a:lnTo>
                    <a:pt x="1" y="1239"/>
                  </a:lnTo>
                  <a:lnTo>
                    <a:pt x="1" y="5311"/>
                  </a:lnTo>
                  <a:lnTo>
                    <a:pt x="4002" y="6430"/>
                  </a:lnTo>
                  <a:lnTo>
                    <a:pt x="40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2337029" y="3643292"/>
              <a:ext cx="29419" cy="72273"/>
            </a:xfrm>
            <a:custGeom>
              <a:avLst/>
              <a:gdLst/>
              <a:ahLst/>
              <a:cxnLst/>
              <a:rect l="l" t="t" r="r" b="b"/>
              <a:pathLst>
                <a:path w="834" h="2049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lnTo>
                    <a:pt x="0" y="1906"/>
                  </a:lnTo>
                  <a:cubicBezTo>
                    <a:pt x="0" y="1977"/>
                    <a:pt x="72" y="2048"/>
                    <a:pt x="143" y="2048"/>
                  </a:cubicBezTo>
                  <a:lnTo>
                    <a:pt x="691" y="2048"/>
                  </a:lnTo>
                  <a:cubicBezTo>
                    <a:pt x="762" y="2048"/>
                    <a:pt x="834" y="1977"/>
                    <a:pt x="834" y="1906"/>
                  </a:cubicBezTo>
                  <a:lnTo>
                    <a:pt x="834" y="143"/>
                  </a:lnTo>
                  <a:cubicBezTo>
                    <a:pt x="834" y="72"/>
                    <a:pt x="762" y="0"/>
                    <a:pt x="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2390788" y="3608866"/>
              <a:ext cx="78169" cy="137774"/>
            </a:xfrm>
            <a:custGeom>
              <a:avLst/>
              <a:gdLst/>
              <a:ahLst/>
              <a:cxnLst/>
              <a:rect l="l" t="t" r="r" b="b"/>
              <a:pathLst>
                <a:path w="2216" h="3906" extrusionOk="0">
                  <a:moveTo>
                    <a:pt x="239" y="0"/>
                  </a:moveTo>
                  <a:cubicBezTo>
                    <a:pt x="96" y="0"/>
                    <a:pt x="0" y="119"/>
                    <a:pt x="0" y="238"/>
                  </a:cubicBezTo>
                  <a:lnTo>
                    <a:pt x="0" y="3667"/>
                  </a:lnTo>
                  <a:cubicBezTo>
                    <a:pt x="0" y="3787"/>
                    <a:pt x="96" y="3906"/>
                    <a:pt x="239" y="3906"/>
                  </a:cubicBezTo>
                  <a:lnTo>
                    <a:pt x="2215" y="3906"/>
                  </a:lnTo>
                  <a:lnTo>
                    <a:pt x="2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2412623" y="3770978"/>
              <a:ext cx="31959" cy="98304"/>
            </a:xfrm>
            <a:custGeom>
              <a:avLst/>
              <a:gdLst/>
              <a:ahLst/>
              <a:cxnLst/>
              <a:rect l="l" t="t" r="r" b="b"/>
              <a:pathLst>
                <a:path w="906" h="2787" extrusionOk="0">
                  <a:moveTo>
                    <a:pt x="1" y="0"/>
                  </a:moveTo>
                  <a:lnTo>
                    <a:pt x="1" y="2382"/>
                  </a:lnTo>
                  <a:cubicBezTo>
                    <a:pt x="1" y="2620"/>
                    <a:pt x="191" y="2786"/>
                    <a:pt x="405" y="2786"/>
                  </a:cubicBezTo>
                  <a:lnTo>
                    <a:pt x="501" y="2786"/>
                  </a:lnTo>
                  <a:cubicBezTo>
                    <a:pt x="715" y="2786"/>
                    <a:pt x="906" y="2620"/>
                    <a:pt x="906" y="2382"/>
                  </a:cubicBezTo>
                  <a:lnTo>
                    <a:pt x="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2468922" y="3805404"/>
              <a:ext cx="18449" cy="24409"/>
            </a:xfrm>
            <a:custGeom>
              <a:avLst/>
              <a:gdLst/>
              <a:ahLst/>
              <a:cxnLst/>
              <a:rect l="l" t="t" r="r" b="b"/>
              <a:pathLst>
                <a:path w="523" h="692" extrusionOk="0">
                  <a:moveTo>
                    <a:pt x="0" y="1"/>
                  </a:moveTo>
                  <a:lnTo>
                    <a:pt x="0" y="691"/>
                  </a:lnTo>
                  <a:lnTo>
                    <a:pt x="167" y="691"/>
                  </a:lnTo>
                  <a:cubicBezTo>
                    <a:pt x="334" y="691"/>
                    <a:pt x="476" y="548"/>
                    <a:pt x="500" y="382"/>
                  </a:cubicBezTo>
                  <a:cubicBezTo>
                    <a:pt x="523" y="202"/>
                    <a:pt x="376" y="22"/>
                    <a:pt x="179" y="22"/>
                  </a:cubicBezTo>
                  <a:cubicBezTo>
                    <a:pt x="167" y="22"/>
                    <a:pt x="155" y="23"/>
                    <a:pt x="143" y="24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EF59E42-9E0D-9E23-903E-83F00E1262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74" t="3541" r="57086" b="60174"/>
          <a:stretch/>
        </p:blipFill>
        <p:spPr>
          <a:xfrm>
            <a:off x="5362668" y="2274533"/>
            <a:ext cx="2161081" cy="1255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20712D-39AC-F3A4-2773-06DAC990FACF}"/>
              </a:ext>
            </a:extLst>
          </p:cNvPr>
          <p:cNvSpPr txBox="1"/>
          <p:nvPr/>
        </p:nvSpPr>
        <p:spPr>
          <a:xfrm>
            <a:off x="1193791" y="2041078"/>
            <a:ext cx="2275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Click Here For </a:t>
            </a:r>
            <a:r>
              <a:rPr lang="en-IN" dirty="0">
                <a:solidFill>
                  <a:schemeClr val="tx1"/>
                </a:solidFill>
                <a:hlinkClick r:id="rId5"/>
              </a:rPr>
              <a:t>GUI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Output</a:t>
            </a:r>
            <a:endParaRPr dirty="0"/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928F38D-2342-5449-2325-3138CEB5AF6D}"/>
              </a:ext>
            </a:extLst>
          </p:cNvPr>
          <p:cNvSpPr>
            <a:spLocks noGrp="1" noChangeArrowheads="1"/>
          </p:cNvSpPr>
          <p:nvPr>
            <p:ph type="subTitle" idx="15"/>
          </p:nvPr>
        </p:nvSpPr>
        <p:spPr bwMode="auto">
          <a:xfrm>
            <a:off x="2505710" y="2336958"/>
            <a:ext cx="2260600" cy="72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professional invoice in PDF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description, HSN, Qty, Discount, 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GST split and grand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Buyer &amp; Seller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Footer disclaimer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is ready for download, email, or 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 txBox="1">
            <a:spLocks noGrp="1"/>
          </p:cNvSpPr>
          <p:nvPr>
            <p:ph type="title"/>
          </p:nvPr>
        </p:nvSpPr>
        <p:spPr>
          <a:xfrm>
            <a:off x="2215410" y="240058"/>
            <a:ext cx="5465550" cy="12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  <a:endParaRPr dirty="0"/>
          </a:p>
        </p:txBody>
      </p:sp>
      <p:grpSp>
        <p:nvGrpSpPr>
          <p:cNvPr id="516" name="Google Shape;516;p37"/>
          <p:cNvGrpSpPr/>
          <p:nvPr/>
        </p:nvGrpSpPr>
        <p:grpSpPr>
          <a:xfrm>
            <a:off x="4191637" y="2589958"/>
            <a:ext cx="6060313" cy="6225493"/>
            <a:chOff x="3810637" y="2589958"/>
            <a:chExt cx="6060313" cy="6225493"/>
          </a:xfrm>
        </p:grpSpPr>
        <p:sp>
          <p:nvSpPr>
            <p:cNvPr id="517" name="Google Shape;517;p37"/>
            <p:cNvSpPr/>
            <p:nvPr/>
          </p:nvSpPr>
          <p:spPr>
            <a:xfrm rot="10800000">
              <a:off x="4132452" y="2589958"/>
              <a:ext cx="5738498" cy="6225493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 rot="-8100000">
              <a:off x="5368947" y="2784149"/>
              <a:ext cx="743383" cy="4715488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ubtitle 3">
            <a:extLst>
              <a:ext uri="{FF2B5EF4-FFF2-40B4-BE49-F238E27FC236}">
                <a16:creationId xmlns:a16="http://schemas.microsoft.com/office/drawing/2014/main" id="{1B26A651-B763-8A3A-9DF6-CFA3A51E1C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96938" y="2232660"/>
            <a:ext cx="48355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demonstrates how Python can simplify real-world business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successfully automated invoice generation with customization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integrate into any small business setup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References</a:t>
            </a:r>
            <a:endParaRPr dirty="0"/>
          </a:p>
        </p:txBody>
      </p:sp>
      <p:sp>
        <p:nvSpPr>
          <p:cNvPr id="526" name="Google Shape;526;p38"/>
          <p:cNvSpPr txBox="1"/>
          <p:nvPr/>
        </p:nvSpPr>
        <p:spPr>
          <a:xfrm>
            <a:off x="4692840" y="1737688"/>
            <a:ext cx="29463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These references helped guide our logic, layout structure, and technical implementation throughout the project.”</a:t>
            </a:r>
            <a:endParaRPr lang="en-US" sz="1200" dirty="0">
              <a:solidFill>
                <a:schemeClr val="tx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098" name="Picture 2" descr="Output image">
            <a:extLst>
              <a:ext uri="{FF2B5EF4-FFF2-40B4-BE49-F238E27FC236}">
                <a16:creationId xmlns:a16="http://schemas.microsoft.com/office/drawing/2014/main" id="{823F2E36-8217-56E3-7550-E72FEDB8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" y="1228226"/>
            <a:ext cx="2654548" cy="266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6"/>
          <p:cNvGrpSpPr/>
          <p:nvPr/>
        </p:nvGrpSpPr>
        <p:grpSpPr>
          <a:xfrm flipH="1">
            <a:off x="5950465" y="1591308"/>
            <a:ext cx="5738498" cy="6225493"/>
            <a:chOff x="4132452" y="2589958"/>
            <a:chExt cx="5738498" cy="6225493"/>
          </a:xfrm>
        </p:grpSpPr>
        <p:sp>
          <p:nvSpPr>
            <p:cNvPr id="666" name="Google Shape;666;p46"/>
            <p:cNvSpPr/>
            <p:nvPr/>
          </p:nvSpPr>
          <p:spPr>
            <a:xfrm rot="10800000">
              <a:off x="4132452" y="2589958"/>
              <a:ext cx="5738498" cy="6225493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6"/>
            <p:cNvSpPr/>
            <p:nvPr/>
          </p:nvSpPr>
          <p:spPr>
            <a:xfrm rot="-8100000">
              <a:off x="5749947" y="2326949"/>
              <a:ext cx="743383" cy="4715488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C046D25-89F6-23E9-3A3D-12F5D63168E2}"/>
              </a:ext>
            </a:extLst>
          </p:cNvPr>
          <p:cNvSpPr/>
          <p:nvPr/>
        </p:nvSpPr>
        <p:spPr>
          <a:xfrm>
            <a:off x="662940" y="2873343"/>
            <a:ext cx="492531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5D939-0D4A-66BE-8E5D-739E0997A7D6}"/>
              </a:ext>
            </a:extLst>
          </p:cNvPr>
          <p:cNvSpPr txBox="1"/>
          <p:nvPr/>
        </p:nvSpPr>
        <p:spPr>
          <a:xfrm>
            <a:off x="929640" y="3108960"/>
            <a:ext cx="4046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6000" b="1" dirty="0">
                <a:solidFill>
                  <a:schemeClr val="tx1"/>
                </a:solidFill>
                <a:latin typeface="Syne" panose="020B0604020202020204" charset="0"/>
              </a:rPr>
              <a:t>THANK YOU</a:t>
            </a:r>
            <a:endParaRPr lang="en-IN" sz="6000" b="1" dirty="0">
              <a:solidFill>
                <a:schemeClr val="tx1"/>
              </a:solidFill>
              <a:latin typeface="Syne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F3751-9948-735E-A009-AFEE99763F7C}"/>
              </a:ext>
            </a:extLst>
          </p:cNvPr>
          <p:cNvSpPr txBox="1"/>
          <p:nvPr/>
        </p:nvSpPr>
        <p:spPr>
          <a:xfrm>
            <a:off x="4797974" y="953031"/>
            <a:ext cx="594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>
                <a:solidFill>
                  <a:schemeClr val="tx1"/>
                </a:solidFill>
                <a:latin typeface="Syne" panose="020B0604020202020204" charset="0"/>
              </a:rPr>
              <a:t>By Hirishi &amp; Honne </a:t>
            </a:r>
            <a:endParaRPr lang="en-IN" sz="2400" b="1" dirty="0">
              <a:solidFill>
                <a:schemeClr val="tx1"/>
              </a:solidFill>
              <a:latin typeface="Syne" panose="020B0604020202020204" charset="0"/>
            </a:endParaRPr>
          </a:p>
        </p:txBody>
      </p:sp>
      <p:pic>
        <p:nvPicPr>
          <p:cNvPr id="11" name="Picture 1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9EB51D2-5534-812B-164F-0906B223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47" y="640146"/>
            <a:ext cx="968682" cy="12557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B96946-6807-CF62-3DC8-E8755FDA2322}"/>
              </a:ext>
            </a:extLst>
          </p:cNvPr>
          <p:cNvSpPr txBox="1"/>
          <p:nvPr/>
        </p:nvSpPr>
        <p:spPr>
          <a:xfrm>
            <a:off x="1402080" y="233467"/>
            <a:ext cx="594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tx1"/>
                </a:solidFill>
                <a:latin typeface="Syne" panose="020B0604020202020204" charset="0"/>
              </a:rPr>
              <a:t>Scan Me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ing Mix MK Plan by Slidesgo">
  <a:themeElements>
    <a:clrScheme name="Simple Light">
      <a:dk1>
        <a:srgbClr val="FFFED2"/>
      </a:dk1>
      <a:lt1>
        <a:srgbClr val="303030"/>
      </a:lt1>
      <a:dk2>
        <a:srgbClr val="606060"/>
      </a:dk2>
      <a:lt2>
        <a:srgbClr val="49E5B5"/>
      </a:lt2>
      <a:accent1>
        <a:srgbClr val="8D6CFA"/>
      </a:accent1>
      <a:accent2>
        <a:srgbClr val="FCC35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ED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430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Raleway</vt:lpstr>
      <vt:lpstr>Syne</vt:lpstr>
      <vt:lpstr>Nunito Light</vt:lpstr>
      <vt:lpstr>Asap</vt:lpstr>
      <vt:lpstr>Arial</vt:lpstr>
      <vt:lpstr>Bebas Neue</vt:lpstr>
      <vt:lpstr>Marketing Mix MK Plan by Slidesgo</vt:lpstr>
      <vt:lpstr>Automatic Invoice Generator using Python</vt:lpstr>
      <vt:lpstr>Introduction</vt:lpstr>
      <vt:lpstr>01</vt:lpstr>
      <vt:lpstr>Tools &amp; Technology</vt:lpstr>
      <vt:lpstr>OUR GOALS</vt:lpstr>
      <vt:lpstr>Features</vt:lpstr>
      <vt:lpstr>Screenshots</vt:lpstr>
      <vt:lpstr>Output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Akash Harsha Saladi</cp:lastModifiedBy>
  <cp:revision>7</cp:revision>
  <dcterms:modified xsi:type="dcterms:W3CDTF">2025-04-16T19:03:27Z</dcterms:modified>
</cp:coreProperties>
</file>